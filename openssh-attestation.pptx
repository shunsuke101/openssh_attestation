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7"/>
  </p:notesMasterIdLst>
  <p:handoutMasterIdLst>
    <p:handoutMasterId r:id="rId18"/>
  </p:handoutMasterIdLst>
  <p:sldIdLst>
    <p:sldId id="774" r:id="rId6"/>
    <p:sldId id="775" r:id="rId7"/>
    <p:sldId id="776" r:id="rId8"/>
    <p:sldId id="2879" r:id="rId9"/>
    <p:sldId id="777" r:id="rId10"/>
    <p:sldId id="778" r:id="rId11"/>
    <p:sldId id="779" r:id="rId12"/>
    <p:sldId id="782" r:id="rId13"/>
    <p:sldId id="783" r:id="rId14"/>
    <p:sldId id="780" r:id="rId15"/>
    <p:sldId id="781" r:id="rId16"/>
  </p:sldIdLst>
  <p:sldSz cx="9144000" cy="6858000" type="screen4x3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FFFFCC"/>
    <a:srgbClr val="003399"/>
    <a:srgbClr val="000066"/>
    <a:srgbClr val="00CC0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7859F-C1C8-4480-82E5-E2A5718D2D62}" v="7" dt="2026-06-30T06:36:07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俊輔 佐々木" userId="1a5a98bc41b6af57" providerId="LiveId" clId="{1AB1E402-FAC5-43B0-9537-AD68B2A32CF9}"/>
    <pc:docChg chg="undo redo custSel addSld delSld modSld sldOrd">
      <pc:chgData name="俊輔 佐々木" userId="1a5a98bc41b6af57" providerId="LiveId" clId="{1AB1E402-FAC5-43B0-9537-AD68B2A32CF9}" dt="2026-06-21T14:12:44.971" v="12086" actId="207"/>
      <pc:docMkLst>
        <pc:docMk/>
      </pc:docMkLst>
      <pc:sldChg chg="modSp mod">
        <pc:chgData name="俊輔 佐々木" userId="1a5a98bc41b6af57" providerId="LiveId" clId="{1AB1E402-FAC5-43B0-9537-AD68B2A32CF9}" dt="2026-06-01T00:53:59.792" v="8540" actId="20577"/>
        <pc:sldMkLst>
          <pc:docMk/>
          <pc:sldMk cId="3326429534" sldId="774"/>
        </pc:sldMkLst>
        <pc:spChg chg="mod">
          <ac:chgData name="俊輔 佐々木" userId="1a5a98bc41b6af57" providerId="LiveId" clId="{1AB1E402-FAC5-43B0-9537-AD68B2A32CF9}" dt="2026-06-01T00:53:59.792" v="8540" actId="20577"/>
          <ac:spMkLst>
            <pc:docMk/>
            <pc:sldMk cId="3326429534" sldId="774"/>
            <ac:spMk id="2" creationId="{DE00B52D-E067-75EC-C7DE-0CC17434216A}"/>
          </ac:spMkLst>
        </pc:spChg>
      </pc:sldChg>
      <pc:sldChg chg="addSp modSp mod">
        <pc:chgData name="俊輔 佐々木" userId="1a5a98bc41b6af57" providerId="LiveId" clId="{1AB1E402-FAC5-43B0-9537-AD68B2A32CF9}" dt="2026-05-31T07:57:55.485" v="7824" actId="1076"/>
        <pc:sldMkLst>
          <pc:docMk/>
          <pc:sldMk cId="3145064524" sldId="775"/>
        </pc:sldMkLst>
        <pc:spChg chg="mod">
          <ac:chgData name="俊輔 佐々木" userId="1a5a98bc41b6af57" providerId="LiveId" clId="{1AB1E402-FAC5-43B0-9537-AD68B2A32CF9}" dt="2026-05-31T07:57:33.940" v="7821" actId="1076"/>
          <ac:spMkLst>
            <pc:docMk/>
            <pc:sldMk cId="3145064524" sldId="775"/>
            <ac:spMk id="2" creationId="{78BB409F-C652-B35B-92F3-FE8A89A7DAEE}"/>
          </ac:spMkLst>
        </pc:spChg>
        <pc:spChg chg="add mod">
          <ac:chgData name="俊輔 佐々木" userId="1a5a98bc41b6af57" providerId="LiveId" clId="{1AB1E402-FAC5-43B0-9537-AD68B2A32CF9}" dt="2026-05-31T07:57:39.188" v="7822" actId="1076"/>
          <ac:spMkLst>
            <pc:docMk/>
            <pc:sldMk cId="3145064524" sldId="775"/>
            <ac:spMk id="6" creationId="{FCC04F8C-AE4D-9900-DDA7-7E683EEDC418}"/>
          </ac:spMkLst>
        </pc:spChg>
        <pc:spChg chg="add mod">
          <ac:chgData name="俊輔 佐々木" userId="1a5a98bc41b6af57" providerId="LiveId" clId="{1AB1E402-FAC5-43B0-9537-AD68B2A32CF9}" dt="2026-05-31T07:57:46.740" v="7823" actId="1076"/>
          <ac:spMkLst>
            <pc:docMk/>
            <pc:sldMk cId="3145064524" sldId="775"/>
            <ac:spMk id="7" creationId="{150A760A-5DB8-8215-E4F6-B7EDA0C162D7}"/>
          </ac:spMkLst>
        </pc:spChg>
        <pc:spChg chg="mod">
          <ac:chgData name="俊輔 佐々木" userId="1a5a98bc41b6af57" providerId="LiveId" clId="{1AB1E402-FAC5-43B0-9537-AD68B2A32CF9}" dt="2026-05-31T07:57:55.485" v="7824" actId="1076"/>
          <ac:spMkLst>
            <pc:docMk/>
            <pc:sldMk cId="3145064524" sldId="775"/>
            <ac:spMk id="9" creationId="{B90029CD-56BE-AD8D-142B-8C2AD08B0C74}"/>
          </ac:spMkLst>
        </pc:spChg>
      </pc:sldChg>
      <pc:sldChg chg="addSp delSp modSp mod">
        <pc:chgData name="俊輔 佐々木" userId="1a5a98bc41b6af57" providerId="LiveId" clId="{1AB1E402-FAC5-43B0-9537-AD68B2A32CF9}" dt="2026-05-31T08:12:58.007" v="8279" actId="1076"/>
        <pc:sldMkLst>
          <pc:docMk/>
          <pc:sldMk cId="2245822089" sldId="776"/>
        </pc:sldMkLst>
        <pc:spChg chg="mod">
          <ac:chgData name="俊輔 佐々木" userId="1a5a98bc41b6af57" providerId="LiveId" clId="{1AB1E402-FAC5-43B0-9537-AD68B2A32CF9}" dt="2026-05-31T08:12:54.493" v="8278" actId="1076"/>
          <ac:spMkLst>
            <pc:docMk/>
            <pc:sldMk cId="2245822089" sldId="776"/>
            <ac:spMk id="2" creationId="{6053A672-3F9D-9943-90A5-D48A87B6D37B}"/>
          </ac:spMkLst>
        </pc:spChg>
        <pc:spChg chg="add mod">
          <ac:chgData name="俊輔 佐々木" userId="1a5a98bc41b6af57" providerId="LiveId" clId="{1AB1E402-FAC5-43B0-9537-AD68B2A32CF9}" dt="2026-05-31T08:12:58.007" v="8279" actId="1076"/>
          <ac:spMkLst>
            <pc:docMk/>
            <pc:sldMk cId="2245822089" sldId="776"/>
            <ac:spMk id="5" creationId="{A52C9A5F-3EB1-8A4E-516B-ECC6415C2D41}"/>
          </ac:spMkLst>
        </pc:spChg>
      </pc:sldChg>
      <pc:sldChg chg="modSp add mod">
        <pc:chgData name="俊輔 佐々木" userId="1a5a98bc41b6af57" providerId="LiveId" clId="{1AB1E402-FAC5-43B0-9537-AD68B2A32CF9}" dt="2026-06-16T04:58:23.830" v="9499" actId="20577"/>
        <pc:sldMkLst>
          <pc:docMk/>
          <pc:sldMk cId="1616826709" sldId="778"/>
        </pc:sldMkLst>
        <pc:spChg chg="mod">
          <ac:chgData name="俊輔 佐々木" userId="1a5a98bc41b6af57" providerId="LiveId" clId="{1AB1E402-FAC5-43B0-9537-AD68B2A32CF9}" dt="2026-06-16T04:58:23.830" v="9499" actId="20577"/>
          <ac:spMkLst>
            <pc:docMk/>
            <pc:sldMk cId="1616826709" sldId="778"/>
            <ac:spMk id="2" creationId="{6E8ADE3D-136E-C8CF-B1C5-9F4A1E8C2FF5}"/>
          </ac:spMkLst>
        </pc:spChg>
        <pc:spChg chg="mod">
          <ac:chgData name="俊輔 佐々木" userId="1a5a98bc41b6af57" providerId="LiveId" clId="{1AB1E402-FAC5-43B0-9537-AD68B2A32CF9}" dt="2026-05-31T08:08:35.063" v="8174" actId="20577"/>
          <ac:spMkLst>
            <pc:docMk/>
            <pc:sldMk cId="1616826709" sldId="778"/>
            <ac:spMk id="3" creationId="{99A2979F-AC02-1F72-7C44-1193EA49FBFF}"/>
          </ac:spMkLst>
        </pc:spChg>
      </pc:sldChg>
      <pc:sldChg chg="addSp delSp modSp add mod">
        <pc:chgData name="俊輔 佐々木" userId="1a5a98bc41b6af57" providerId="LiveId" clId="{1AB1E402-FAC5-43B0-9537-AD68B2A32CF9}" dt="2026-06-17T01:40:48.538" v="9542" actId="20577"/>
        <pc:sldMkLst>
          <pc:docMk/>
          <pc:sldMk cId="2436194428" sldId="779"/>
        </pc:sldMkLst>
        <pc:spChg chg="mod">
          <ac:chgData name="俊輔 佐々木" userId="1a5a98bc41b6af57" providerId="LiveId" clId="{1AB1E402-FAC5-43B0-9537-AD68B2A32CF9}" dt="2026-05-31T08:08:48.221" v="8181" actId="20577"/>
          <ac:spMkLst>
            <pc:docMk/>
            <pc:sldMk cId="2436194428" sldId="779"/>
            <ac:spMk id="3" creationId="{96F9BFEE-03E3-EEA7-B963-364DB861B6E4}"/>
          </ac:spMkLst>
        </pc:spChg>
        <pc:spChg chg="mod">
          <ac:chgData name="俊輔 佐々木" userId="1a5a98bc41b6af57" providerId="LiveId" clId="{1AB1E402-FAC5-43B0-9537-AD68B2A32CF9}" dt="2026-06-17T01:40:48.538" v="9542" actId="20577"/>
          <ac:spMkLst>
            <pc:docMk/>
            <pc:sldMk cId="2436194428" sldId="779"/>
            <ac:spMk id="5" creationId="{C9835FA1-49B3-C4B6-FC72-C7434679C18C}"/>
          </ac:spMkLst>
        </pc:spChg>
        <pc:spChg chg="mod">
          <ac:chgData name="俊輔 佐々木" userId="1a5a98bc41b6af57" providerId="LiveId" clId="{1AB1E402-FAC5-43B0-9537-AD68B2A32CF9}" dt="2026-05-31T08:08:08.914" v="8158" actId="1076"/>
          <ac:spMkLst>
            <pc:docMk/>
            <pc:sldMk cId="2436194428" sldId="779"/>
            <ac:spMk id="6" creationId="{AA452E94-5D17-1202-DE2C-DDAF5D748395}"/>
          </ac:spMkLst>
        </pc:spChg>
        <pc:spChg chg="mod">
          <ac:chgData name="俊輔 佐々木" userId="1a5a98bc41b6af57" providerId="LiveId" clId="{1AB1E402-FAC5-43B0-9537-AD68B2A32CF9}" dt="2026-05-31T08:00:35.576" v="7909" actId="20577"/>
          <ac:spMkLst>
            <pc:docMk/>
            <pc:sldMk cId="2436194428" sldId="779"/>
            <ac:spMk id="10" creationId="{52DAB1F6-A01F-4FD5-C118-3E6F86B56B20}"/>
          </ac:spMkLst>
        </pc:spChg>
      </pc:sldChg>
      <pc:sldChg chg="delSp modSp add mod">
        <pc:chgData name="俊輔 佐々木" userId="1a5a98bc41b6af57" providerId="LiveId" clId="{1AB1E402-FAC5-43B0-9537-AD68B2A32CF9}" dt="2026-06-20T11:48:59.037" v="11962" actId="20577"/>
        <pc:sldMkLst>
          <pc:docMk/>
          <pc:sldMk cId="4039339920" sldId="780"/>
        </pc:sldMkLst>
        <pc:spChg chg="mod">
          <ac:chgData name="俊輔 佐々木" userId="1a5a98bc41b6af57" providerId="LiveId" clId="{1AB1E402-FAC5-43B0-9537-AD68B2A32CF9}" dt="2026-06-20T11:48:59.037" v="11962" actId="20577"/>
          <ac:spMkLst>
            <pc:docMk/>
            <pc:sldMk cId="4039339920" sldId="780"/>
            <ac:spMk id="2" creationId="{E0B6AB12-340A-9CE5-C154-A6E509051FB7}"/>
          </ac:spMkLst>
        </pc:spChg>
        <pc:spChg chg="mod">
          <ac:chgData name="俊輔 佐々木" userId="1a5a98bc41b6af57" providerId="LiveId" clId="{1AB1E402-FAC5-43B0-9537-AD68B2A32CF9}" dt="2026-05-31T08:17:08.859" v="8465" actId="20577"/>
          <ac:spMkLst>
            <pc:docMk/>
            <pc:sldMk cId="4039339920" sldId="780"/>
            <ac:spMk id="3" creationId="{943A07BF-4F7C-B3C2-FAAD-2AAECC47954E}"/>
          </ac:spMkLst>
        </pc:spChg>
        <pc:spChg chg="mod">
          <ac:chgData name="俊輔 佐々木" userId="1a5a98bc41b6af57" providerId="LiveId" clId="{1AB1E402-FAC5-43B0-9537-AD68B2A32CF9}" dt="2026-05-31T08:15:55.534" v="8339" actId="20577"/>
          <ac:spMkLst>
            <pc:docMk/>
            <pc:sldMk cId="4039339920" sldId="780"/>
            <ac:spMk id="10" creationId="{60E84021-5735-E17A-1B03-8CF4DD600C06}"/>
          </ac:spMkLst>
        </pc:spChg>
      </pc:sldChg>
      <pc:sldChg chg="modSp add del mod">
        <pc:chgData name="俊輔 佐々木" userId="1a5a98bc41b6af57" providerId="LiveId" clId="{1AB1E402-FAC5-43B0-9537-AD68B2A32CF9}" dt="2026-06-20T11:47:43.265" v="11747"/>
        <pc:sldMkLst>
          <pc:docMk/>
          <pc:sldMk cId="1633307203" sldId="781"/>
        </pc:sldMkLst>
        <pc:spChg chg="mod">
          <ac:chgData name="俊輔 佐々木" userId="1a5a98bc41b6af57" providerId="LiveId" clId="{1AB1E402-FAC5-43B0-9537-AD68B2A32CF9}" dt="2026-06-20T11:47:39.458" v="11741" actId="20577"/>
          <ac:spMkLst>
            <pc:docMk/>
            <pc:sldMk cId="1633307203" sldId="781"/>
            <ac:spMk id="2" creationId="{AC8C5E4A-BA20-B2EF-126B-F5382CB805CB}"/>
          </ac:spMkLst>
        </pc:spChg>
        <pc:spChg chg="mod">
          <ac:chgData name="俊輔 佐々木" userId="1a5a98bc41b6af57" providerId="LiveId" clId="{1AB1E402-FAC5-43B0-9537-AD68B2A32CF9}" dt="2026-06-20T11:47:43.265" v="11747"/>
          <ac:spMkLst>
            <pc:docMk/>
            <pc:sldMk cId="1633307203" sldId="781"/>
            <ac:spMk id="10" creationId="{DB676EA5-8CD9-FB80-3D32-29E98580B6A1}"/>
          </ac:spMkLst>
        </pc:spChg>
      </pc:sldChg>
      <pc:sldChg chg="addSp modSp add mod ord">
        <pc:chgData name="俊輔 佐々木" userId="1a5a98bc41b6af57" providerId="LiveId" clId="{1AB1E402-FAC5-43B0-9537-AD68B2A32CF9}" dt="2026-06-19T06:04:31.698" v="11049" actId="1076"/>
        <pc:sldMkLst>
          <pc:docMk/>
          <pc:sldMk cId="3026965206" sldId="782"/>
        </pc:sldMkLst>
        <pc:spChg chg="mod">
          <ac:chgData name="俊輔 佐々木" userId="1a5a98bc41b6af57" providerId="LiveId" clId="{1AB1E402-FAC5-43B0-9537-AD68B2A32CF9}" dt="2026-06-19T05:42:22.513" v="11046" actId="20577"/>
          <ac:spMkLst>
            <pc:docMk/>
            <pc:sldMk cId="3026965206" sldId="782"/>
            <ac:spMk id="2" creationId="{CA708248-7580-19AF-0340-7D7DC7A3C667}"/>
          </ac:spMkLst>
        </pc:spChg>
        <pc:spChg chg="mod">
          <ac:chgData name="俊輔 佐々木" userId="1a5a98bc41b6af57" providerId="LiveId" clId="{1AB1E402-FAC5-43B0-9537-AD68B2A32CF9}" dt="2026-06-19T06:04:24.731" v="11047" actId="1076"/>
          <ac:spMkLst>
            <pc:docMk/>
            <pc:sldMk cId="3026965206" sldId="782"/>
            <ac:spMk id="5" creationId="{6A0ADF50-198B-6051-5D78-6BE6C9E3A9B2}"/>
          </ac:spMkLst>
        </pc:spChg>
        <pc:spChg chg="mod">
          <ac:chgData name="俊輔 佐々木" userId="1a5a98bc41b6af57" providerId="LiveId" clId="{1AB1E402-FAC5-43B0-9537-AD68B2A32CF9}" dt="2026-06-19T05:25:58.469" v="10689" actId="20577"/>
          <ac:spMkLst>
            <pc:docMk/>
            <pc:sldMk cId="3026965206" sldId="782"/>
            <ac:spMk id="10" creationId="{D5346A65-B8F6-451D-2AAF-D226F6FCE5DC}"/>
          </ac:spMkLst>
        </pc:spChg>
      </pc:sldChg>
      <pc:sldChg chg="addSp modSp add mod ord">
        <pc:chgData name="俊輔 佐々木" userId="1a5a98bc41b6af57" providerId="LiveId" clId="{1AB1E402-FAC5-43B0-9537-AD68B2A32CF9}" dt="2026-06-20T11:45:57.355" v="11534" actId="1076"/>
        <pc:sldMkLst>
          <pc:docMk/>
          <pc:sldMk cId="3480896765" sldId="783"/>
        </pc:sldMkLst>
        <pc:spChg chg="mod">
          <ac:chgData name="俊輔 佐々木" userId="1a5a98bc41b6af57" providerId="LiveId" clId="{1AB1E402-FAC5-43B0-9537-AD68B2A32CF9}" dt="2026-06-19T06:13:33.474" v="11530" actId="20577"/>
          <ac:spMkLst>
            <pc:docMk/>
            <pc:sldMk cId="3480896765" sldId="783"/>
            <ac:spMk id="2" creationId="{73D7F204-10B0-8790-37B5-C69969DD46F8}"/>
          </ac:spMkLst>
        </pc:spChg>
        <pc:spChg chg="mod">
          <ac:chgData name="俊輔 佐々木" userId="1a5a98bc41b6af57" providerId="LiveId" clId="{1AB1E402-FAC5-43B0-9537-AD68B2A32CF9}" dt="2026-06-20T11:45:50.855" v="11533" actId="1076"/>
          <ac:spMkLst>
            <pc:docMk/>
            <pc:sldMk cId="3480896765" sldId="783"/>
            <ac:spMk id="5" creationId="{25D4CB5D-1574-6F89-5005-2B5AF44BD65A}"/>
          </ac:spMkLst>
        </pc:spChg>
        <pc:spChg chg="mod">
          <ac:chgData name="俊輔 佐々木" userId="1a5a98bc41b6af57" providerId="LiveId" clId="{1AB1E402-FAC5-43B0-9537-AD68B2A32CF9}" dt="2026-06-19T06:07:20.379" v="11124" actId="20577"/>
          <ac:spMkLst>
            <pc:docMk/>
            <pc:sldMk cId="3480896765" sldId="783"/>
            <ac:spMk id="10" creationId="{47987713-4552-B0E8-F184-FC0666CB3522}"/>
          </ac:spMkLst>
        </pc:spChg>
      </pc:sldChg>
      <pc:sldChg chg="addSp delSp modSp add mod">
        <pc:chgData name="俊輔 佐々木" userId="1a5a98bc41b6af57" providerId="LiveId" clId="{1AB1E402-FAC5-43B0-9537-AD68B2A32CF9}" dt="2026-06-21T14:12:44.971" v="12086" actId="207"/>
        <pc:sldMkLst>
          <pc:docMk/>
          <pc:sldMk cId="795763849" sldId="2879"/>
        </pc:sldMkLst>
        <pc:spChg chg="add mod">
          <ac:chgData name="俊輔 佐々木" userId="1a5a98bc41b6af57" providerId="LiveId" clId="{1AB1E402-FAC5-43B0-9537-AD68B2A32CF9}" dt="2026-06-01T01:04:21.096" v="8922" actId="20577"/>
          <ac:spMkLst>
            <pc:docMk/>
            <pc:sldMk cId="795763849" sldId="2879"/>
            <ac:spMk id="5" creationId="{B4514671-5993-B15B-F06B-28F495C89450}"/>
          </ac:spMkLst>
        </pc:spChg>
        <pc:spChg chg="mod">
          <ac:chgData name="俊輔 佐々木" userId="1a5a98bc41b6af57" providerId="LiveId" clId="{1AB1E402-FAC5-43B0-9537-AD68B2A32CF9}" dt="2026-05-31T07:58:50.311" v="7857" actId="1076"/>
          <ac:spMkLst>
            <pc:docMk/>
            <pc:sldMk cId="795763849" sldId="2879"/>
            <ac:spMk id="7" creationId="{BB7FC810-7207-9822-90E8-0D9A43CC253A}"/>
          </ac:spMkLst>
        </pc:spChg>
        <pc:spChg chg="mod">
          <ac:chgData name="俊輔 佐々木" userId="1a5a98bc41b6af57" providerId="LiveId" clId="{1AB1E402-FAC5-43B0-9537-AD68B2A32CF9}" dt="2026-05-31T07:59:06.278" v="7858" actId="1076"/>
          <ac:spMkLst>
            <pc:docMk/>
            <pc:sldMk cId="795763849" sldId="2879"/>
            <ac:spMk id="8" creationId="{59598173-4B72-2EE0-2CC1-6D231FAC5895}"/>
          </ac:spMkLst>
        </pc:spChg>
        <pc:spChg chg="mod">
          <ac:chgData name="俊輔 佐々木" userId="1a5a98bc41b6af57" providerId="LiveId" clId="{1AB1E402-FAC5-43B0-9537-AD68B2A32CF9}" dt="2026-06-21T14:12:44.971" v="12086" actId="207"/>
          <ac:spMkLst>
            <pc:docMk/>
            <pc:sldMk cId="795763849" sldId="2879"/>
            <ac:spMk id="9" creationId="{88D08ECA-0997-861A-F1BD-ED00E0212F07}"/>
          </ac:spMkLst>
        </pc:spChg>
        <pc:spChg chg="mod">
          <ac:chgData name="俊輔 佐々木" userId="1a5a98bc41b6af57" providerId="LiveId" clId="{1AB1E402-FAC5-43B0-9537-AD68B2A32CF9}" dt="2026-05-31T07:58:19.668" v="7827" actId="1076"/>
          <ac:spMkLst>
            <pc:docMk/>
            <pc:sldMk cId="795763849" sldId="2879"/>
            <ac:spMk id="12" creationId="{3EE951F0-A439-A90E-42BB-1D52DCED07EE}"/>
          </ac:spMkLst>
        </pc:spChg>
      </pc:sldChg>
    </pc:docChg>
  </pc:docChgLst>
  <pc:docChgLst>
    <pc:chgData name="佐々木　俊輔" userId="3b2eb907-369e-4772-bffd-ea9d4721ade3" providerId="ADAL" clId="{C485E332-5861-46CC-B313-6AC54C9C7866}"/>
    <pc:docChg chg="undo custSel modSld sldOrd">
      <pc:chgData name="佐々木　俊輔" userId="3b2eb907-369e-4772-bffd-ea9d4721ade3" providerId="ADAL" clId="{C485E332-5861-46CC-B313-6AC54C9C7866}" dt="2026-06-30T07:46:54.015" v="1775" actId="20577"/>
      <pc:docMkLst>
        <pc:docMk/>
      </pc:docMkLst>
      <pc:sldChg chg="modSp mod">
        <pc:chgData name="佐々木　俊輔" userId="3b2eb907-369e-4772-bffd-ea9d4721ade3" providerId="ADAL" clId="{C485E332-5861-46CC-B313-6AC54C9C7866}" dt="2026-06-24T03:33:58.285" v="85" actId="1076"/>
        <pc:sldMkLst>
          <pc:docMk/>
          <pc:sldMk cId="3326429534" sldId="774"/>
        </pc:sldMkLst>
        <pc:spChg chg="mod">
          <ac:chgData name="佐々木　俊輔" userId="3b2eb907-369e-4772-bffd-ea9d4721ade3" providerId="ADAL" clId="{C485E332-5861-46CC-B313-6AC54C9C7866}" dt="2026-06-24T03:33:58.285" v="85" actId="1076"/>
          <ac:spMkLst>
            <pc:docMk/>
            <pc:sldMk cId="3326429534" sldId="774"/>
            <ac:spMk id="2" creationId="{DE00B52D-E067-75EC-C7DE-0CC17434216A}"/>
          </ac:spMkLst>
        </pc:spChg>
      </pc:sldChg>
      <pc:sldChg chg="modSp mod">
        <pc:chgData name="佐々木　俊輔" userId="3b2eb907-369e-4772-bffd-ea9d4721ade3" providerId="ADAL" clId="{C485E332-5861-46CC-B313-6AC54C9C7866}" dt="2026-06-30T06:51:47.807" v="767" actId="20577"/>
        <pc:sldMkLst>
          <pc:docMk/>
          <pc:sldMk cId="3145064524" sldId="775"/>
        </pc:sldMkLst>
        <pc:spChg chg="mod">
          <ac:chgData name="佐々木　俊輔" userId="3b2eb907-369e-4772-bffd-ea9d4721ade3" providerId="ADAL" clId="{C485E332-5861-46CC-B313-6AC54C9C7866}" dt="2026-06-29T02:37:27.404" v="86" actId="1076"/>
          <ac:spMkLst>
            <pc:docMk/>
            <pc:sldMk cId="3145064524" sldId="775"/>
            <ac:spMk id="9" creationId="{B90029CD-56BE-AD8D-142B-8C2AD08B0C74}"/>
          </ac:spMkLst>
        </pc:spChg>
        <pc:spChg chg="mod">
          <ac:chgData name="佐々木　俊輔" userId="3b2eb907-369e-4772-bffd-ea9d4721ade3" providerId="ADAL" clId="{C485E332-5861-46CC-B313-6AC54C9C7866}" dt="2026-06-30T06:51:47.807" v="767" actId="20577"/>
          <ac:spMkLst>
            <pc:docMk/>
            <pc:sldMk cId="3145064524" sldId="775"/>
            <ac:spMk id="10" creationId="{DC1E0504-CFFB-FE64-272D-385272E6F5DE}"/>
          </ac:spMkLst>
        </pc:spChg>
      </pc:sldChg>
      <pc:sldChg chg="modSp mod">
        <pc:chgData name="佐々木　俊輔" userId="3b2eb907-369e-4772-bffd-ea9d4721ade3" providerId="ADAL" clId="{C485E332-5861-46CC-B313-6AC54C9C7866}" dt="2026-06-30T06:51:52.191" v="769" actId="20577"/>
        <pc:sldMkLst>
          <pc:docMk/>
          <pc:sldMk cId="2245822089" sldId="776"/>
        </pc:sldMkLst>
        <pc:spChg chg="mod">
          <ac:chgData name="佐々木　俊輔" userId="3b2eb907-369e-4772-bffd-ea9d4721ade3" providerId="ADAL" clId="{C485E332-5861-46CC-B313-6AC54C9C7866}" dt="2026-06-30T06:51:52.191" v="769" actId="20577"/>
          <ac:spMkLst>
            <pc:docMk/>
            <pc:sldMk cId="2245822089" sldId="776"/>
            <ac:spMk id="10" creationId="{115BBCA1-C157-6799-51C5-662B5268F6BF}"/>
          </ac:spMkLst>
        </pc:spChg>
      </pc:sldChg>
      <pc:sldChg chg="modSp mod ord">
        <pc:chgData name="佐々木　俊輔" userId="3b2eb907-369e-4772-bffd-ea9d4721ade3" providerId="ADAL" clId="{C485E332-5861-46CC-B313-6AC54C9C7866}" dt="2026-06-29T02:38:29.983" v="93" actId="1076"/>
        <pc:sldMkLst>
          <pc:docMk/>
          <pc:sldMk cId="3059061988" sldId="777"/>
        </pc:sldMkLst>
        <pc:spChg chg="mod">
          <ac:chgData name="佐々木　俊輔" userId="3b2eb907-369e-4772-bffd-ea9d4721ade3" providerId="ADAL" clId="{C485E332-5861-46CC-B313-6AC54C9C7866}" dt="2026-06-29T02:38:29.983" v="93" actId="1076"/>
          <ac:spMkLst>
            <pc:docMk/>
            <pc:sldMk cId="3059061988" sldId="777"/>
            <ac:spMk id="5" creationId="{44D32D28-2EBD-552C-3D17-EA19E45858F7}"/>
          </ac:spMkLst>
        </pc:spChg>
      </pc:sldChg>
      <pc:sldChg chg="modSp mod">
        <pc:chgData name="佐々木　俊輔" userId="3b2eb907-369e-4772-bffd-ea9d4721ade3" providerId="ADAL" clId="{C485E332-5861-46CC-B313-6AC54C9C7866}" dt="2026-06-30T06:52:08.581" v="773" actId="20577"/>
        <pc:sldMkLst>
          <pc:docMk/>
          <pc:sldMk cId="1616826709" sldId="778"/>
        </pc:sldMkLst>
        <pc:spChg chg="mod">
          <ac:chgData name="佐々木　俊輔" userId="3b2eb907-369e-4772-bffd-ea9d4721ade3" providerId="ADAL" clId="{C485E332-5861-46CC-B313-6AC54C9C7866}" dt="2026-06-30T06:52:08.581" v="773" actId="20577"/>
          <ac:spMkLst>
            <pc:docMk/>
            <pc:sldMk cId="1616826709" sldId="778"/>
            <ac:spMk id="10" creationId="{4D2BB57E-5706-748B-6284-D2C8D061252B}"/>
          </ac:spMkLst>
        </pc:spChg>
      </pc:sldChg>
      <pc:sldChg chg="modSp mod">
        <pc:chgData name="佐々木　俊輔" userId="3b2eb907-369e-4772-bffd-ea9d4721ade3" providerId="ADAL" clId="{C485E332-5861-46CC-B313-6AC54C9C7866}" dt="2026-06-30T06:52:05.002" v="771" actId="20577"/>
        <pc:sldMkLst>
          <pc:docMk/>
          <pc:sldMk cId="2436194428" sldId="779"/>
        </pc:sldMkLst>
        <pc:spChg chg="mod">
          <ac:chgData name="佐々木　俊輔" userId="3b2eb907-369e-4772-bffd-ea9d4721ade3" providerId="ADAL" clId="{C485E332-5861-46CC-B313-6AC54C9C7866}" dt="2026-06-30T06:22:29.946" v="96" actId="14100"/>
          <ac:spMkLst>
            <pc:docMk/>
            <pc:sldMk cId="2436194428" sldId="779"/>
            <ac:spMk id="5" creationId="{C9835FA1-49B3-C4B6-FC72-C7434679C18C}"/>
          </ac:spMkLst>
        </pc:spChg>
        <pc:spChg chg="mod">
          <ac:chgData name="佐々木　俊輔" userId="3b2eb907-369e-4772-bffd-ea9d4721ade3" providerId="ADAL" clId="{C485E332-5861-46CC-B313-6AC54C9C7866}" dt="2026-06-30T06:52:05.002" v="771" actId="20577"/>
          <ac:spMkLst>
            <pc:docMk/>
            <pc:sldMk cId="2436194428" sldId="779"/>
            <ac:spMk id="10" creationId="{52DAB1F6-A01F-4FD5-C118-3E6F86B56B20}"/>
          </ac:spMkLst>
        </pc:spChg>
      </pc:sldChg>
      <pc:sldChg chg="delSp modSp mod">
        <pc:chgData name="佐々木　俊輔" userId="3b2eb907-369e-4772-bffd-ea9d4721ade3" providerId="ADAL" clId="{C485E332-5861-46CC-B313-6AC54C9C7866}" dt="2026-06-30T07:46:54.015" v="1775" actId="20577"/>
        <pc:sldMkLst>
          <pc:docMk/>
          <pc:sldMk cId="3026965206" sldId="782"/>
        </pc:sldMkLst>
        <pc:spChg chg="mod">
          <ac:chgData name="佐々木　俊輔" userId="3b2eb907-369e-4772-bffd-ea9d4721ade3" providerId="ADAL" clId="{C485E332-5861-46CC-B313-6AC54C9C7866}" dt="2026-06-30T07:46:54.015" v="1775" actId="20577"/>
          <ac:spMkLst>
            <pc:docMk/>
            <pc:sldMk cId="3026965206" sldId="782"/>
            <ac:spMk id="2" creationId="{CA708248-7580-19AF-0340-7D7DC7A3C667}"/>
          </ac:spMkLst>
        </pc:spChg>
        <pc:spChg chg="mod">
          <ac:chgData name="佐々木　俊輔" userId="3b2eb907-369e-4772-bffd-ea9d4721ade3" providerId="ADAL" clId="{C485E332-5861-46CC-B313-6AC54C9C7866}" dt="2026-06-30T07:44:33.707" v="1725" actId="20577"/>
          <ac:spMkLst>
            <pc:docMk/>
            <pc:sldMk cId="3026965206" sldId="782"/>
            <ac:spMk id="5" creationId="{6A0ADF50-198B-6051-5D78-6BE6C9E3A9B2}"/>
          </ac:spMkLst>
        </pc:spChg>
        <pc:spChg chg="mod">
          <ac:chgData name="佐々木　俊輔" userId="3b2eb907-369e-4772-bffd-ea9d4721ade3" providerId="ADAL" clId="{C485E332-5861-46CC-B313-6AC54C9C7866}" dt="2026-06-30T06:30:04.202" v="231" actId="1076"/>
          <ac:spMkLst>
            <pc:docMk/>
            <pc:sldMk cId="3026965206" sldId="782"/>
            <ac:spMk id="6" creationId="{9BD16AF5-E6D6-8629-F57A-00F1ECBE0767}"/>
          </ac:spMkLst>
        </pc:spChg>
        <pc:spChg chg="del">
          <ac:chgData name="佐々木　俊輔" userId="3b2eb907-369e-4772-bffd-ea9d4721ade3" providerId="ADAL" clId="{C485E332-5861-46CC-B313-6AC54C9C7866}" dt="2026-06-30T06:30:07.819" v="232" actId="478"/>
          <ac:spMkLst>
            <pc:docMk/>
            <pc:sldMk cId="3026965206" sldId="782"/>
            <ac:spMk id="7" creationId="{89276848-5292-1F13-1D01-FBF28C57E4F4}"/>
          </ac:spMkLst>
        </pc:spChg>
        <pc:spChg chg="del mod">
          <ac:chgData name="佐々木　俊輔" userId="3b2eb907-369e-4772-bffd-ea9d4721ade3" providerId="ADAL" clId="{C485E332-5861-46CC-B313-6AC54C9C7866}" dt="2026-06-30T06:29:09.142" v="220" actId="478"/>
          <ac:spMkLst>
            <pc:docMk/>
            <pc:sldMk cId="3026965206" sldId="782"/>
            <ac:spMk id="9" creationId="{57624238-B3F0-6AAE-DDA7-2E31316A7729}"/>
          </ac:spMkLst>
        </pc:spChg>
      </pc:sldChg>
      <pc:sldChg chg="delSp modSp mod">
        <pc:chgData name="佐々木　俊輔" userId="3b2eb907-369e-4772-bffd-ea9d4721ade3" providerId="ADAL" clId="{C485E332-5861-46CC-B313-6AC54C9C7866}" dt="2026-06-30T07:41:19.294" v="1677" actId="20577"/>
        <pc:sldMkLst>
          <pc:docMk/>
          <pc:sldMk cId="3480896765" sldId="783"/>
        </pc:sldMkLst>
        <pc:spChg chg="mod">
          <ac:chgData name="佐々木　俊輔" userId="3b2eb907-369e-4772-bffd-ea9d4721ade3" providerId="ADAL" clId="{C485E332-5861-46CC-B313-6AC54C9C7866}" dt="2026-06-30T07:41:19.294" v="1677" actId="20577"/>
          <ac:spMkLst>
            <pc:docMk/>
            <pc:sldMk cId="3480896765" sldId="783"/>
            <ac:spMk id="2" creationId="{73D7F204-10B0-8790-37B5-C69969DD46F8}"/>
          </ac:spMkLst>
        </pc:spChg>
        <pc:spChg chg="mod">
          <ac:chgData name="佐々木　俊輔" userId="3b2eb907-369e-4772-bffd-ea9d4721ade3" providerId="ADAL" clId="{C485E332-5861-46CC-B313-6AC54C9C7866}" dt="2026-06-30T07:41:15.683" v="1675" actId="20577"/>
          <ac:spMkLst>
            <pc:docMk/>
            <pc:sldMk cId="3480896765" sldId="783"/>
            <ac:spMk id="5" creationId="{25D4CB5D-1574-6F89-5005-2B5AF44BD65A}"/>
          </ac:spMkLst>
        </pc:spChg>
        <pc:spChg chg="mod">
          <ac:chgData name="佐々木　俊輔" userId="3b2eb907-369e-4772-bffd-ea9d4721ade3" providerId="ADAL" clId="{C485E332-5861-46CC-B313-6AC54C9C7866}" dt="2026-06-30T06:28:40.208" v="214" actId="1076"/>
          <ac:spMkLst>
            <pc:docMk/>
            <pc:sldMk cId="3480896765" sldId="783"/>
            <ac:spMk id="6" creationId="{91B571BF-13A0-548D-DEEB-45638E6B604C}"/>
          </ac:spMkLst>
        </pc:spChg>
        <pc:spChg chg="del mod">
          <ac:chgData name="佐々木　俊輔" userId="3b2eb907-369e-4772-bffd-ea9d4721ade3" providerId="ADAL" clId="{C485E332-5861-46CC-B313-6AC54C9C7866}" dt="2026-06-30T06:27:15.162" v="151" actId="478"/>
          <ac:spMkLst>
            <pc:docMk/>
            <pc:sldMk cId="3480896765" sldId="783"/>
            <ac:spMk id="8" creationId="{D3E22958-750F-1BD0-8631-9B9C29655AC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0" y="4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5846" y="4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/>
          <a:lstStyle>
            <a:lvl1pPr algn="r">
              <a:defRPr sz="1200"/>
            </a:lvl1pPr>
          </a:lstStyle>
          <a:p>
            <a:fld id="{55131F17-913C-4031-BCCD-3E8FC2375AEA}" type="datetimeFigureOut">
              <a:rPr kumimoji="1" lang="ja-JP" altLang="en-US" smtClean="0"/>
              <a:pPr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0" y="9440646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46" y="9440646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 anchor="b"/>
          <a:lstStyle>
            <a:lvl1pPr algn="r">
              <a:defRPr sz="1200"/>
            </a:lvl1pPr>
          </a:lstStyle>
          <a:p>
            <a:fld id="{72C28124-26CE-4E95-9493-E3245FD859F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59267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0" y="4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46" y="4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/>
          <a:lstStyle>
            <a:lvl1pPr algn="r">
              <a:defRPr sz="1200"/>
            </a:lvl1pPr>
          </a:lstStyle>
          <a:p>
            <a:fld id="{75EE2294-8150-4CF0-8025-D01150354A44}" type="datetimeFigureOut">
              <a:rPr kumimoji="1" lang="ja-JP" altLang="en-US" smtClean="0"/>
              <a:pPr/>
              <a:t>2026/6/30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7713"/>
            <a:ext cx="4968875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33" tIns="45768" rIns="91533" bIns="4576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21187"/>
            <a:ext cx="5445760" cy="4472702"/>
          </a:xfrm>
          <a:prstGeom prst="rect">
            <a:avLst/>
          </a:prstGeom>
        </p:spPr>
        <p:txBody>
          <a:bodyPr vert="horz" lIns="91533" tIns="45768" rIns="91533" bIns="4576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0" y="9440646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46" y="9440646"/>
            <a:ext cx="2949786" cy="496967"/>
          </a:xfrm>
          <a:prstGeom prst="rect">
            <a:avLst/>
          </a:prstGeom>
        </p:spPr>
        <p:txBody>
          <a:bodyPr vert="horz" lIns="91533" tIns="45768" rIns="91533" bIns="45768" rtlCol="0" anchor="b"/>
          <a:lstStyle>
            <a:lvl1pPr algn="r">
              <a:defRPr sz="1200"/>
            </a:lvl1pPr>
          </a:lstStyle>
          <a:p>
            <a:fld id="{EFF9CF0F-DC9E-4A5E-9DC4-B5AFD40223C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0120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1vgvhiyq0E&amp;pp=ugUEEgJlbg%3D%3D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ヘッダー プレースホルダー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9CF0F-DC9E-4A5E-9DC4-B5AFD40223C1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53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ja-JP" dirty="0">
                <a:hlinkClick r:id="rId3"/>
              </a:rPr>
              <a:t>Linux 上の systemd 1: 導入とユニットファイル</a:t>
            </a:r>
            <a:endParaRPr kumimoji="1" lang="ja-JP" altLang="en-US" dirty="0"/>
          </a:p>
        </p:txBody>
      </p:sp>
      <p:sp>
        <p:nvSpPr>
          <p:cNvPr id="4" name="ヘッダー プレースホルダー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9CF0F-DC9E-4A5E-9DC4-B5AFD40223C1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844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26B23-CA09-43BA-92CF-C0B8DFF4034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399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ヘッダー プレースホルダー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9CF0F-DC9E-4A5E-9DC4-B5AFD40223C1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62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8" name="日付プレースホルダー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11" name="直線コネクタ 10"/>
          <p:cNvCxnSpPr/>
          <p:nvPr userDrawn="1"/>
        </p:nvCxnSpPr>
        <p:spPr>
          <a:xfrm flipV="1">
            <a:off x="675250" y="3284984"/>
            <a:ext cx="7782950" cy="17641"/>
          </a:xfrm>
          <a:prstGeom prst="line">
            <a:avLst/>
          </a:prstGeom>
          <a:ln w="3810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5" descr="logo">
            <a:extLst>
              <a:ext uri="{FF2B5EF4-FFF2-40B4-BE49-F238E27FC236}">
                <a16:creationId xmlns:a16="http://schemas.microsoft.com/office/drawing/2014/main" id="{A29A44C4-1584-4230-BE6A-3FC5DA6FD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260102"/>
            <a:ext cx="841375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4114EEE-6660-41C1-9379-4B4F3119356B}"/>
              </a:ext>
            </a:extLst>
          </p:cNvPr>
          <p:cNvSpPr txBox="1"/>
          <p:nvPr userDrawn="1"/>
        </p:nvSpPr>
        <p:spPr>
          <a:xfrm>
            <a:off x="1061790" y="359328"/>
            <a:ext cx="205697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89325"/>
            <a:r>
              <a:rPr lang="en-US" altLang="ja-JP" sz="1000" b="1">
                <a:solidFill>
                  <a:srgbClr val="333333"/>
                </a:solidFill>
                <a:latin typeface="メイリオ"/>
                <a:ea typeface="メイリオ"/>
              </a:rPr>
              <a:t>Akita Prefectural University</a:t>
            </a:r>
          </a:p>
          <a:p>
            <a:pPr defTabSz="1089325"/>
            <a:r>
              <a:rPr lang="ja-JP" altLang="en-US" sz="2400" b="1">
                <a:solidFill>
                  <a:srgbClr val="333333"/>
                </a:solidFill>
                <a:latin typeface="メイリオ"/>
                <a:ea typeface="メイリオ"/>
              </a:rPr>
              <a:t>秋田県立大学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baseline="0">
                <a:solidFill>
                  <a:srgbClr val="00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57201" y="6492875"/>
            <a:ext cx="2962671" cy="365125"/>
          </a:xfrm>
        </p:spPr>
        <p:txBody>
          <a:bodyPr/>
          <a:lstStyle>
            <a:lvl1pPr algn="l">
              <a:defRPr>
                <a:latin typeface="+mn-ea"/>
                <a:ea typeface="+mn-ea"/>
              </a:defRPr>
            </a:lvl1pPr>
          </a:lstStyle>
          <a:p>
            <a:pPr algn="ctr"/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7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11" name="直線コネクタ 10"/>
          <p:cNvCxnSpPr/>
          <p:nvPr userDrawn="1"/>
        </p:nvCxnSpPr>
        <p:spPr>
          <a:xfrm flipV="1">
            <a:off x="457200" y="1178995"/>
            <a:ext cx="8229600" cy="18654"/>
          </a:xfrm>
          <a:prstGeom prst="line">
            <a:avLst/>
          </a:prstGeom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sz="2800">
                <a:solidFill>
                  <a:srgbClr val="003366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sz="2800">
                <a:solidFill>
                  <a:srgbClr val="003366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9" name="直線コネクタ 8"/>
          <p:cNvCxnSpPr/>
          <p:nvPr userDrawn="1"/>
        </p:nvCxnSpPr>
        <p:spPr>
          <a:xfrm flipV="1">
            <a:off x="457200" y="1196752"/>
            <a:ext cx="8229600" cy="18654"/>
          </a:xfrm>
          <a:prstGeom prst="line">
            <a:avLst/>
          </a:prstGeom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付プレースホルダ 3"/>
          <p:cNvSpPr txBox="1">
            <a:spLocks/>
          </p:cNvSpPr>
          <p:nvPr userDrawn="1"/>
        </p:nvSpPr>
        <p:spPr>
          <a:xfrm>
            <a:off x="457201" y="6492875"/>
            <a:ext cx="2962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605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050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605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214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845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0127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4360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168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809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015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42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818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275856" y="6356350"/>
            <a:ext cx="27439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52025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kumimoji="1" sz="4400" b="1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/>
              <a:t>情報工学研究会発表資料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653F9-BC1D-4D9F-B63B-FDB0A34C1F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44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enn.dev/mnod/articles/f3fad443b7254b" TargetMode="External"/><Relationship Id="rId2" Type="http://schemas.openxmlformats.org/officeDocument/2006/relationships/hyperlink" Target="https://qiita.com/Hexa/items/79897f7df5ad59bb5ca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n.openbsd.org/ssl.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qiita.com/Hexa/items/79897f7df5ad59bb5ca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enn.dev/mnod/articles/f3fad443b7254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pm2-tools.readthedocs.io/en/latest/man/tpm2.1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openbsd.org/ssh-keyge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npages.ubuntu.com/manpages/jammy/man1/base64.1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npages.ubuntu.com/manpages/bionic/man1/systemctl.1.html" TargetMode="External"/><Relationship Id="rId2" Type="http://schemas.openxmlformats.org/officeDocument/2006/relationships/hyperlink" Target="https://manpages.ubuntu.com/manpages/xenial/man1/journalctl.1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autoconf/" TargetMode="External"/><Relationship Id="rId2" Type="http://schemas.openxmlformats.org/officeDocument/2006/relationships/hyperlink" Target="https://github.com/openssh/openssh-portabl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nu.org/software/m4/m4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unsuke101/openssh_attestation/tree/mai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unsuke101/openssh_attestation/tree/mai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00B52D-E067-75EC-C7DE-0CC174342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814740"/>
            <a:ext cx="7772400" cy="1470025"/>
          </a:xfrm>
        </p:spPr>
        <p:txBody>
          <a:bodyPr>
            <a:noAutofit/>
          </a:bodyPr>
          <a:lstStyle/>
          <a:p>
            <a:r>
              <a:rPr kumimoji="1" lang="en-US" altLang="ja-JP" sz="2400" dirty="0"/>
              <a:t>OpenSSH</a:t>
            </a:r>
            <a:r>
              <a:rPr kumimoji="1" lang="ja-JP" altLang="en-US" sz="2400" dirty="0"/>
              <a:t>のクライアント認証について</a:t>
            </a:r>
            <a:br>
              <a:rPr kumimoji="1" lang="en-US" altLang="ja-JP" sz="2400" dirty="0"/>
            </a:br>
            <a:r>
              <a:rPr kumimoji="1" lang="ja-JP" altLang="en-US" sz="2400" dirty="0"/>
              <a:t>証明書の拡張フィールドに</a:t>
            </a:r>
            <a:r>
              <a:rPr lang="ja-JP" altLang="en-US" sz="2400" dirty="0"/>
              <a:t>ついて</a:t>
            </a:r>
            <a:br>
              <a:rPr lang="en-US" altLang="ja-JP" sz="2400" dirty="0"/>
            </a:br>
            <a:r>
              <a:rPr lang="en-US" altLang="ja-JP" sz="2400" dirty="0"/>
              <a:t>OpenSSH-portable</a:t>
            </a:r>
            <a:r>
              <a:rPr lang="ja-JP" altLang="en-US" sz="2400" dirty="0"/>
              <a:t>の</a:t>
            </a:r>
            <a:r>
              <a:rPr lang="en-US" altLang="ja-JP" sz="2400" dirty="0"/>
              <a:t>build</a:t>
            </a:r>
            <a:r>
              <a:rPr lang="ja-JP" altLang="en-US" sz="2400" dirty="0"/>
              <a:t>について</a:t>
            </a:r>
            <a:br>
              <a:rPr lang="en-US" altLang="ja-JP" sz="2400" dirty="0"/>
            </a:br>
            <a:r>
              <a:rPr lang="en-US" altLang="ja-JP" sz="2400" dirty="0" err="1"/>
              <a:t>openssh</a:t>
            </a:r>
            <a:r>
              <a:rPr lang="en-US" altLang="ja-JP" sz="2400" dirty="0"/>
              <a:t>-attestation</a:t>
            </a:r>
            <a:r>
              <a:rPr lang="ja-JP" altLang="en-US" sz="2400" dirty="0"/>
              <a:t>について</a:t>
            </a:r>
            <a:endParaRPr kumimoji="1" lang="ja-JP" altLang="en-US" sz="24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2A1FE20-DF1A-00C1-CB02-680ED0195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sz="2000" dirty="0">
                <a:solidFill>
                  <a:schemeClr val="tx1"/>
                </a:solidFill>
              </a:rPr>
              <a:t>B25P022 </a:t>
            </a:r>
            <a:r>
              <a:rPr lang="ja-JP" altLang="en-US" sz="2000" dirty="0">
                <a:solidFill>
                  <a:schemeClr val="tx1"/>
                </a:solidFill>
              </a:rPr>
              <a:t>佐々木俊輔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EF0EDE-7493-ECCF-B78B-978374ED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202</a:t>
            </a:r>
            <a:r>
              <a:rPr lang="en-US" altLang="ja-JP" dirty="0"/>
              <a:t>6/5/29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560C3C-C903-93FE-706C-7B217B32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42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AA49-E5E6-E650-470B-7C8DFE5F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8BB409F-C652-B35B-92F3-FE8A89A7D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1405" y="1533009"/>
            <a:ext cx="8510632" cy="4764782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altLang="ja-JP" dirty="0">
                <a:latin typeface="Arial Narrow" panose="020B0606020202030204" pitchFamily="34" charset="0"/>
              </a:rPr>
              <a:t>ssh-keygen -f </a:t>
            </a:r>
            <a:r>
              <a:rPr lang="en-US" altLang="ja-JP" dirty="0" err="1">
                <a:latin typeface="Arial Narrow" panose="020B0606020202030204" pitchFamily="34" charset="0"/>
              </a:rPr>
              <a:t>ca.key</a:t>
            </a:r>
            <a:r>
              <a:rPr lang="en-US" altLang="ja-JP" dirty="0">
                <a:latin typeface="Arial Narrow" panose="020B0606020202030204" pitchFamily="34" charset="0"/>
              </a:rPr>
              <a:t> -t ed25519</a:t>
            </a:r>
            <a:endParaRPr kumimoji="1" lang="en-US" altLang="ja-JP" dirty="0"/>
          </a:p>
          <a:p>
            <a:pPr lvl="2"/>
            <a:r>
              <a:rPr lang="en-US" altLang="ja-JP" dirty="0"/>
              <a:t>-f &lt;filename&gt;:file</a:t>
            </a:r>
            <a:r>
              <a:rPr lang="ja-JP" altLang="en-US" dirty="0"/>
              <a:t>の名前を指定</a:t>
            </a:r>
            <a:endParaRPr lang="en-US" altLang="ja-JP" dirty="0"/>
          </a:p>
          <a:p>
            <a:pPr lvl="2"/>
            <a:r>
              <a:rPr kumimoji="1" lang="en-US" altLang="ja-JP" dirty="0"/>
              <a:t>-t &lt;type&gt;:</a:t>
            </a:r>
            <a:r>
              <a:rPr kumimoji="1" lang="ja-JP" altLang="en-US" dirty="0"/>
              <a:t>作る</a:t>
            </a:r>
            <a:r>
              <a:rPr kumimoji="1" lang="en-US" altLang="ja-JP" dirty="0"/>
              <a:t>key</a:t>
            </a:r>
            <a:r>
              <a:rPr kumimoji="1" lang="ja-JP" altLang="en-US" dirty="0"/>
              <a:t>のタイプを指定する</a:t>
            </a:r>
            <a:endParaRPr kumimoji="1" lang="en-US" altLang="ja-JP" dirty="0"/>
          </a:p>
          <a:p>
            <a:pPr lvl="1"/>
            <a:r>
              <a:rPr lang="en-US" altLang="ja-JP" sz="2400" dirty="0">
                <a:latin typeface="Arial Narrow" panose="020B0606020202030204" pitchFamily="34" charset="0"/>
              </a:rPr>
              <a:t>ssh-keygen -s </a:t>
            </a:r>
            <a:r>
              <a:rPr lang="en-US" altLang="ja-JP" sz="2400" dirty="0" err="1">
                <a:latin typeface="Arial Narrow" panose="020B0606020202030204" pitchFamily="34" charset="0"/>
              </a:rPr>
              <a:t>ca.key</a:t>
            </a:r>
            <a:r>
              <a:rPr lang="en-US" altLang="ja-JP" sz="2400" dirty="0">
                <a:latin typeface="Arial Narrow" panose="020B0606020202030204" pitchFamily="34" charset="0"/>
              </a:rPr>
              <a:t> -I </a:t>
            </a:r>
            <a:r>
              <a:rPr lang="en-US" altLang="ja-JP" sz="2400" dirty="0" err="1">
                <a:latin typeface="Arial Narrow" panose="020B0606020202030204" pitchFamily="34" charset="0"/>
              </a:rPr>
              <a:t>sasakishunsuke</a:t>
            </a:r>
            <a:r>
              <a:rPr lang="en-US" altLang="ja-JP" sz="2400" dirty="0">
                <a:latin typeface="Arial Narrow" panose="020B0606020202030204" pitchFamily="34" charset="0"/>
              </a:rPr>
              <a:t> -n ubuntu -z 1 test_cert.pub </a:t>
            </a:r>
          </a:p>
          <a:p>
            <a:pPr lvl="2"/>
            <a:r>
              <a:rPr kumimoji="1" lang="en-US" altLang="ja-JP" sz="2000" dirty="0">
                <a:latin typeface="Arial Narrow" panose="020B0606020202030204" pitchFamily="34" charset="0"/>
              </a:rPr>
              <a:t>-s</a:t>
            </a:r>
            <a:r>
              <a:rPr lang="en-US" altLang="ja-JP" sz="2000" dirty="0">
                <a:latin typeface="Arial Narrow" panose="020B0606020202030204" pitchFamily="34" charset="0"/>
              </a:rPr>
              <a:t> &lt;</a:t>
            </a:r>
            <a:r>
              <a:rPr lang="en-US" altLang="ja-JP" sz="2000" dirty="0" err="1">
                <a:latin typeface="Arial Narrow" panose="020B0606020202030204" pitchFamily="34" charset="0"/>
              </a:rPr>
              <a:t>ca_key</a:t>
            </a:r>
            <a:r>
              <a:rPr lang="en-US" altLang="ja-JP" sz="2000" dirty="0">
                <a:latin typeface="Arial Narrow" panose="020B0606020202030204" pitchFamily="34" charset="0"/>
              </a:rPr>
              <a:t>&gt;:certificate</a:t>
            </a:r>
            <a:r>
              <a:rPr lang="ja-JP" altLang="en-US" sz="2000" dirty="0">
                <a:latin typeface="Arial Narrow" panose="020B0606020202030204" pitchFamily="34" charset="0"/>
              </a:rPr>
              <a:t>に署名する鍵を引数に取る</a:t>
            </a:r>
            <a:endParaRPr lang="en-US" altLang="ja-JP" sz="2000" dirty="0">
              <a:latin typeface="Arial Narrow" panose="020B0606020202030204" pitchFamily="34" charset="0"/>
            </a:endParaRPr>
          </a:p>
          <a:p>
            <a:pPr lvl="2"/>
            <a:r>
              <a:rPr kumimoji="1" lang="en-US" altLang="ja-JP" sz="2000" dirty="0">
                <a:latin typeface="Arial Narrow" panose="020B0606020202030204" pitchFamily="34" charset="0"/>
              </a:rPr>
              <a:t>-I &lt;</a:t>
            </a:r>
            <a:r>
              <a:rPr kumimoji="1" lang="en-US" altLang="ja-JP" sz="2000" dirty="0" err="1">
                <a:latin typeface="Arial Narrow" panose="020B0606020202030204" pitchFamily="34" charset="0"/>
              </a:rPr>
              <a:t>certificate_identity</a:t>
            </a:r>
            <a:r>
              <a:rPr kumimoji="1" lang="en-US" altLang="ja-JP" sz="2000" dirty="0">
                <a:latin typeface="Arial Narrow" panose="020B0606020202030204" pitchFamily="34" charset="0"/>
              </a:rPr>
              <a:t>&gt;:log</a:t>
            </a:r>
            <a:r>
              <a:rPr kumimoji="1" lang="ja-JP" altLang="en-US" sz="2000" dirty="0">
                <a:latin typeface="Arial Narrow" panose="020B0606020202030204" pitchFamily="34" charset="0"/>
              </a:rPr>
              <a:t>か</a:t>
            </a:r>
            <a:r>
              <a:rPr kumimoji="1" lang="en-US" altLang="ja-JP" sz="2000" dirty="0">
                <a:latin typeface="Arial Narrow" panose="020B0606020202030204" pitchFamily="34" charset="0"/>
              </a:rPr>
              <a:t>key</a:t>
            </a:r>
            <a:r>
              <a:rPr kumimoji="1" lang="ja-JP" altLang="en-US" sz="2000" dirty="0">
                <a:latin typeface="Arial Narrow" panose="020B0606020202030204" pitchFamily="34" charset="0"/>
              </a:rPr>
              <a:t>の失効に使われる</a:t>
            </a:r>
            <a:endParaRPr kumimoji="1" lang="en-US" altLang="ja-JP" sz="2000" dirty="0">
              <a:latin typeface="Arial Narrow" panose="020B0606020202030204" pitchFamily="34" charset="0"/>
            </a:endParaRPr>
          </a:p>
          <a:p>
            <a:pPr lvl="2"/>
            <a:r>
              <a:rPr lang="en-US" altLang="ja-JP" sz="2000" dirty="0">
                <a:latin typeface="Arial Narrow" panose="020B0606020202030204" pitchFamily="34" charset="0"/>
              </a:rPr>
              <a:t>-n &lt;principals&gt;:</a:t>
            </a:r>
            <a:r>
              <a:rPr lang="ja-JP" altLang="en-US" sz="2000" dirty="0">
                <a:latin typeface="Arial Narrow" panose="020B0606020202030204" pitchFamily="34" charset="0"/>
              </a:rPr>
              <a:t>一つもしくは一つ以上の、証明書を代表する</a:t>
            </a:r>
            <a:r>
              <a:rPr lang="en-US" altLang="ja-JP" sz="2000" dirty="0">
                <a:latin typeface="Arial Narrow" panose="020B0606020202030204" pitchFamily="34" charset="0"/>
              </a:rPr>
              <a:t>username</a:t>
            </a:r>
            <a:r>
              <a:rPr lang="ja-JP" altLang="en-US" sz="2000" dirty="0">
                <a:latin typeface="Arial Narrow" panose="020B0606020202030204" pitchFamily="34" charset="0"/>
              </a:rPr>
              <a:t>だったりを指定する</a:t>
            </a:r>
            <a:endParaRPr lang="en-US" altLang="ja-JP" sz="2000" dirty="0">
              <a:latin typeface="Arial Narrow" panose="020B0606020202030204" pitchFamily="34" charset="0"/>
            </a:endParaRPr>
          </a:p>
          <a:p>
            <a:pPr lvl="3"/>
            <a:r>
              <a:rPr lang="ja-JP" alt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注意</a:t>
            </a:r>
            <a:r>
              <a:rPr lang="en-US" altLang="ja-JP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:</a:t>
            </a:r>
            <a:r>
              <a:rPr lang="ja-JP" alt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ここは</a:t>
            </a:r>
            <a:r>
              <a:rPr lang="en-US" altLang="ja-JP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login</a:t>
            </a:r>
            <a:r>
              <a:rPr lang="ja-JP" alt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する</a:t>
            </a:r>
            <a:r>
              <a:rPr lang="en-US" altLang="ja-JP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username</a:t>
            </a:r>
            <a:r>
              <a:rPr lang="ja-JP" alt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になってなくてはいけない</a:t>
            </a:r>
            <a:r>
              <a:rPr lang="en-US" altLang="ja-JP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(</a:t>
            </a:r>
            <a:r>
              <a:rPr lang="ja-JP" alt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今回は</a:t>
            </a:r>
            <a:r>
              <a:rPr lang="en-US" altLang="ja-JP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ubuntu)</a:t>
            </a:r>
          </a:p>
          <a:p>
            <a:pPr lvl="2"/>
            <a:r>
              <a:rPr kumimoji="1" lang="en-US" altLang="ja-JP" sz="2000" dirty="0">
                <a:latin typeface="Arial Narrow" panose="020B0606020202030204" pitchFamily="34" charset="0"/>
              </a:rPr>
              <a:t>-z &lt;</a:t>
            </a:r>
            <a:r>
              <a:rPr kumimoji="1" lang="en-US" altLang="ja-JP" sz="2000" dirty="0" err="1">
                <a:latin typeface="Arial Narrow" panose="020B0606020202030204" pitchFamily="34" charset="0"/>
              </a:rPr>
              <a:t>serial_number</a:t>
            </a:r>
            <a:r>
              <a:rPr kumimoji="1" lang="en-US" altLang="ja-JP" sz="2000" dirty="0">
                <a:latin typeface="Arial Narrow" panose="020B0606020202030204" pitchFamily="34" charset="0"/>
              </a:rPr>
              <a:t>&gt;:serial number</a:t>
            </a:r>
            <a:r>
              <a:rPr kumimoji="1" lang="ja-JP" altLang="en-US" sz="2000" dirty="0">
                <a:latin typeface="Arial Narrow" panose="020B0606020202030204" pitchFamily="34" charset="0"/>
              </a:rPr>
              <a:t>を指定できる</a:t>
            </a:r>
            <a:endParaRPr kumimoji="1" lang="en-US" altLang="ja-JP" sz="2000" dirty="0">
              <a:latin typeface="Arial Narrow" panose="020B0606020202030204" pitchFamily="34" charset="0"/>
            </a:endParaRPr>
          </a:p>
          <a:p>
            <a:pPr lvl="1"/>
            <a:r>
              <a:rPr lang="en-US" altLang="ja-JP" sz="2400" dirty="0">
                <a:latin typeface="Arial Narrow" panose="020B0606020202030204" pitchFamily="34" charset="0"/>
              </a:rPr>
              <a:t>ssh-keygen -</a:t>
            </a:r>
            <a:r>
              <a:rPr lang="en-US" altLang="ja-JP" sz="2400" dirty="0" err="1">
                <a:latin typeface="Arial Narrow" panose="020B0606020202030204" pitchFamily="34" charset="0"/>
              </a:rPr>
              <a:t>Lf</a:t>
            </a:r>
            <a:r>
              <a:rPr lang="en-US" altLang="ja-JP" sz="2400" dirty="0">
                <a:latin typeface="Arial Narrow" panose="020B0606020202030204" pitchFamily="34" charset="0"/>
              </a:rPr>
              <a:t> test_cert-cert.pub</a:t>
            </a:r>
          </a:p>
          <a:p>
            <a:pPr lvl="2"/>
            <a:r>
              <a:rPr kumimoji="1" lang="en-US" altLang="ja-JP" sz="2000" dirty="0">
                <a:latin typeface="Arial Narrow" panose="020B0606020202030204" pitchFamily="34" charset="0"/>
              </a:rPr>
              <a:t>-L [-f  &lt;</a:t>
            </a:r>
            <a:r>
              <a:rPr kumimoji="1" lang="en-US" altLang="ja-JP" sz="2000" dirty="0" err="1">
                <a:latin typeface="Arial Narrow" panose="020B0606020202030204" pitchFamily="34" charset="0"/>
              </a:rPr>
              <a:t>input_keyfile</a:t>
            </a:r>
            <a:r>
              <a:rPr kumimoji="1" lang="en-US" altLang="ja-JP" sz="2000" dirty="0">
                <a:latin typeface="Arial Narrow" panose="020B0606020202030204" pitchFamily="34" charset="0"/>
              </a:rPr>
              <a:t>&gt;]:certificate</a:t>
            </a:r>
            <a:r>
              <a:rPr kumimoji="1" lang="ja-JP" altLang="en-US" sz="2000" dirty="0">
                <a:latin typeface="Arial Narrow" panose="020B0606020202030204" pitchFamily="34" charset="0"/>
              </a:rPr>
              <a:t>の</a:t>
            </a:r>
            <a:r>
              <a:rPr kumimoji="1" lang="en-US" altLang="ja-JP" sz="2000" dirty="0">
                <a:latin typeface="Arial Narrow" panose="020B0606020202030204" pitchFamily="34" charset="0"/>
              </a:rPr>
              <a:t>contents</a:t>
            </a:r>
            <a:r>
              <a:rPr kumimoji="1" lang="ja-JP" altLang="en-US" sz="2000" dirty="0">
                <a:latin typeface="Arial Narrow" panose="020B0606020202030204" pitchFamily="34" charset="0"/>
              </a:rPr>
              <a:t>を</a:t>
            </a:r>
            <a:r>
              <a:rPr kumimoji="1" lang="en-US" altLang="ja-JP" sz="2000" dirty="0">
                <a:latin typeface="Arial Narrow" panose="020B0606020202030204" pitchFamily="34" charset="0"/>
              </a:rPr>
              <a:t>print</a:t>
            </a:r>
            <a:r>
              <a:rPr kumimoji="1" lang="ja-JP" altLang="en-US" sz="2000" dirty="0">
                <a:latin typeface="Arial Narrow" panose="020B0606020202030204" pitchFamily="34" charset="0"/>
              </a:rPr>
              <a:t>する</a:t>
            </a:r>
            <a:endParaRPr kumimoji="1" lang="en-US" altLang="ja-JP" sz="2000" dirty="0">
              <a:latin typeface="Arial Narrow" panose="020B0606020202030204" pitchFamily="34" charset="0"/>
            </a:endParaRPr>
          </a:p>
          <a:p>
            <a:pPr lvl="1"/>
            <a:r>
              <a:rPr lang="en-US" altLang="ja-JP" sz="2400" dirty="0">
                <a:latin typeface="Arial Narrow" panose="020B0606020202030204" pitchFamily="34" charset="0"/>
              </a:rPr>
              <a:t>ssh –</a:t>
            </a:r>
            <a:r>
              <a:rPr lang="en-US" altLang="ja-JP" sz="2400" dirty="0" err="1">
                <a:latin typeface="Arial Narrow" panose="020B0606020202030204" pitchFamily="34" charset="0"/>
              </a:rPr>
              <a:t>i</a:t>
            </a:r>
            <a:r>
              <a:rPr lang="en-US" altLang="ja-JP" sz="2400" dirty="0">
                <a:latin typeface="Arial Narrow" panose="020B0606020202030204" pitchFamily="34" charset="0"/>
              </a:rPr>
              <a:t> ~/.ssh/</a:t>
            </a:r>
            <a:r>
              <a:rPr lang="en-US" altLang="ja-JP" sz="2400" dirty="0" err="1">
                <a:latin typeface="Arial Narrow" panose="020B0606020202030204" pitchFamily="34" charset="0"/>
              </a:rPr>
              <a:t>test_cert</a:t>
            </a:r>
            <a:r>
              <a:rPr lang="en-US" altLang="ja-JP" sz="2400" dirty="0">
                <a:latin typeface="Arial Narrow" panose="020B0606020202030204" pitchFamily="34" charset="0"/>
              </a:rPr>
              <a:t> </a:t>
            </a:r>
            <a:r>
              <a:rPr lang="en-US" altLang="ja-JP" sz="2400" dirty="0" err="1">
                <a:latin typeface="Arial Narrow" panose="020B0606020202030204" pitchFamily="34" charset="0"/>
              </a:rPr>
              <a:t>ubuntu@localhost</a:t>
            </a:r>
            <a:endParaRPr lang="en-US" altLang="ja-JP" sz="2400" dirty="0">
              <a:latin typeface="Arial Narrow" panose="020B0606020202030204" pitchFamily="34" charset="0"/>
            </a:endParaRPr>
          </a:p>
          <a:p>
            <a:pPr lvl="2"/>
            <a:r>
              <a:rPr kumimoji="1" lang="en-US" altLang="ja-JP" sz="2000" dirty="0">
                <a:latin typeface="Arial Narrow" panose="020B0606020202030204" pitchFamily="34" charset="0"/>
              </a:rPr>
              <a:t>-</a:t>
            </a:r>
            <a:r>
              <a:rPr kumimoji="1" lang="en-US" altLang="ja-JP" sz="2000" dirty="0" err="1">
                <a:latin typeface="Arial Narrow" panose="020B0606020202030204" pitchFamily="34" charset="0"/>
              </a:rPr>
              <a:t>i</a:t>
            </a:r>
            <a:r>
              <a:rPr kumimoji="1" lang="en-US" altLang="ja-JP" sz="2000" dirty="0">
                <a:latin typeface="Arial Narrow" panose="020B0606020202030204" pitchFamily="34" charset="0"/>
              </a:rPr>
              <a:t> [filename]:</a:t>
            </a:r>
            <a:r>
              <a:rPr kumimoji="1" lang="ja-JP" altLang="en-US" sz="2000" dirty="0">
                <a:latin typeface="Arial Narrow" panose="020B0606020202030204" pitchFamily="34" charset="0"/>
              </a:rPr>
              <a:t>秘密鍵を指定</a:t>
            </a:r>
            <a:endParaRPr kumimoji="1" lang="en-US" altLang="ja-JP" sz="2000" dirty="0">
              <a:latin typeface="Arial Narrow" panose="020B0606020202030204" pitchFamily="34" charset="0"/>
            </a:endParaRPr>
          </a:p>
          <a:p>
            <a:pPr lvl="2"/>
            <a:r>
              <a:rPr lang="en-US" altLang="ja-JP" sz="2000" dirty="0">
                <a:latin typeface="Arial Narrow" panose="020B0606020202030204" pitchFamily="34" charset="0"/>
              </a:rPr>
              <a:t>-</a:t>
            </a:r>
            <a:r>
              <a:rPr lang="en-US" altLang="ja-JP" sz="2000" dirty="0" err="1">
                <a:latin typeface="Arial Narrow" panose="020B0606020202030204" pitchFamily="34" charset="0"/>
              </a:rPr>
              <a:t>p:port</a:t>
            </a:r>
            <a:r>
              <a:rPr lang="ja-JP" altLang="en-US" sz="2000" dirty="0">
                <a:latin typeface="Arial Narrow" panose="020B0606020202030204" pitchFamily="34" charset="0"/>
              </a:rPr>
              <a:t>を指定</a:t>
            </a:r>
            <a:endParaRPr kumimoji="1" lang="en-US" altLang="ja-JP" sz="2000" dirty="0">
              <a:latin typeface="Arial Narrow" panose="020B0606020202030204" pitchFamily="34" charset="0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77D53E-C357-BC6E-D81A-5E09C2EA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2026/5/29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9082EC-6766-7EDD-960A-C587A57A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90029CD-56BE-AD8D-142B-8C2AD08B0C74}"/>
              </a:ext>
            </a:extLst>
          </p:cNvPr>
          <p:cNvSpPr txBox="1"/>
          <p:nvPr/>
        </p:nvSpPr>
        <p:spPr>
          <a:xfrm>
            <a:off x="5785095" y="441968"/>
            <a:ext cx="5403627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Arial Narrow" panose="020B0606020202030204" pitchFamily="34" charset="0"/>
              </a:rPr>
              <a:t>$ ssh-keygen -f </a:t>
            </a:r>
            <a:r>
              <a:rPr lang="en-US" altLang="ja-JP" sz="1600" dirty="0" err="1">
                <a:latin typeface="Arial Narrow" panose="020B0606020202030204" pitchFamily="34" charset="0"/>
              </a:rPr>
              <a:t>ca.key</a:t>
            </a:r>
            <a:r>
              <a:rPr lang="en-US" altLang="ja-JP" sz="1600" dirty="0">
                <a:latin typeface="Arial Narrow" panose="020B0606020202030204" pitchFamily="34" charset="0"/>
              </a:rPr>
              <a:t> -t ed25519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 ssh-keygen -f </a:t>
            </a:r>
            <a:r>
              <a:rPr lang="en-US" altLang="ja-JP" sz="1600" dirty="0" err="1">
                <a:latin typeface="Arial Narrow" panose="020B0606020202030204" pitchFamily="34" charset="0"/>
              </a:rPr>
              <a:t>test_cert</a:t>
            </a:r>
            <a:r>
              <a:rPr lang="en-US" altLang="ja-JP" sz="1600" dirty="0">
                <a:latin typeface="Arial Narrow" panose="020B0606020202030204" pitchFamily="34" charset="0"/>
              </a:rPr>
              <a:t> -t ed25519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 ssh-keygen -s </a:t>
            </a:r>
            <a:r>
              <a:rPr lang="en-US" altLang="ja-JP" sz="1600" dirty="0" err="1">
                <a:latin typeface="Arial Narrow" panose="020B0606020202030204" pitchFamily="34" charset="0"/>
              </a:rPr>
              <a:t>ca.key</a:t>
            </a:r>
            <a:r>
              <a:rPr lang="en-US" altLang="ja-JP" sz="1600" dirty="0">
                <a:latin typeface="Arial Narrow" panose="020B0606020202030204" pitchFamily="34" charset="0"/>
              </a:rPr>
              <a:t> -I </a:t>
            </a:r>
            <a:r>
              <a:rPr lang="en-US" altLang="ja-JP" sz="1600" dirty="0" err="1">
                <a:latin typeface="Arial Narrow" panose="020B0606020202030204" pitchFamily="34" charset="0"/>
              </a:rPr>
              <a:t>certificate_test</a:t>
            </a:r>
            <a:r>
              <a:rPr lang="en-US" altLang="ja-JP" sz="1600" dirty="0">
                <a:latin typeface="Arial Narrow" panose="020B0606020202030204" pitchFamily="34" charset="0"/>
              </a:rPr>
              <a:t> -n ubuntu -z 1 test_cert.pub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 ssh-keygen -</a:t>
            </a:r>
            <a:r>
              <a:rPr lang="en-US" altLang="ja-JP" sz="1600" dirty="0" err="1">
                <a:latin typeface="Arial Narrow" panose="020B0606020202030204" pitchFamily="34" charset="0"/>
              </a:rPr>
              <a:t>Lf</a:t>
            </a:r>
            <a:r>
              <a:rPr lang="en-US" altLang="ja-JP" sz="1600" dirty="0">
                <a:latin typeface="Arial Narrow" panose="020B0606020202030204" pitchFamily="34" charset="0"/>
              </a:rPr>
              <a:t> test_cert-cert.pub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Server</a:t>
            </a:r>
            <a:r>
              <a:rPr lang="ja-JP" altLang="en-US" sz="1600" dirty="0">
                <a:latin typeface="Arial Narrow" panose="020B0606020202030204" pitchFamily="34" charset="0"/>
              </a:rPr>
              <a:t>に登録が完了後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$ssh –</a:t>
            </a:r>
            <a:r>
              <a:rPr lang="en-US" altLang="ja-JP" sz="1600" dirty="0" err="1">
                <a:latin typeface="Arial Narrow" panose="020B0606020202030204" pitchFamily="34" charset="0"/>
              </a:rPr>
              <a:t>i</a:t>
            </a:r>
            <a:r>
              <a:rPr lang="en-US" altLang="ja-JP" sz="1600" dirty="0">
                <a:latin typeface="Arial Narrow" panose="020B0606020202030204" pitchFamily="34" charset="0"/>
              </a:rPr>
              <a:t> ~/.ssh/</a:t>
            </a:r>
            <a:r>
              <a:rPr lang="en-US" altLang="ja-JP" sz="1600" dirty="0" err="1">
                <a:latin typeface="Arial Narrow" panose="020B0606020202030204" pitchFamily="34" charset="0"/>
              </a:rPr>
              <a:t>test_cert</a:t>
            </a:r>
            <a:r>
              <a:rPr lang="en-US" altLang="ja-JP" sz="1600" dirty="0">
                <a:latin typeface="Arial Narrow" panose="020B0606020202030204" pitchFamily="34" charset="0"/>
              </a:rPr>
              <a:t> –p 2222 </a:t>
            </a:r>
            <a:r>
              <a:rPr lang="en-US" altLang="ja-JP" sz="1600" dirty="0" err="1">
                <a:latin typeface="Arial Narrow" panose="020B0606020202030204" pitchFamily="34" charset="0"/>
              </a:rPr>
              <a:t>ubuntu@localhost</a:t>
            </a:r>
            <a:endParaRPr lang="en-US" altLang="ja-JP" sz="1600" dirty="0">
              <a:latin typeface="Arial Narrow" panose="020B0606020202030204" pitchFamily="34" charset="0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DC1E0504-CFFB-FE64-272D-385272E6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en-US" altLang="ja-JP" sz="1800" dirty="0" err="1"/>
              <a:t>openSSH</a:t>
            </a:r>
            <a:r>
              <a:rPr lang="ja-JP" altLang="en-US" sz="1800" dirty="0"/>
              <a:t>の自己署名証明書の署名と確認</a:t>
            </a:r>
            <a:r>
              <a:rPr lang="en-US" altLang="ja-JP" sz="1800" dirty="0"/>
              <a:t>(client</a:t>
            </a:r>
            <a:r>
              <a:rPr lang="ja-JP" altLang="en-US" sz="1800" dirty="0"/>
              <a:t>側</a:t>
            </a:r>
            <a:r>
              <a:rPr lang="en-US" altLang="ja-JP" sz="1800" dirty="0"/>
              <a:t>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4DA3D5-5A81-B391-DB14-FFF169DFDE94}"/>
              </a:ext>
            </a:extLst>
          </p:cNvPr>
          <p:cNvSpPr txBox="1"/>
          <p:nvPr/>
        </p:nvSpPr>
        <p:spPr>
          <a:xfrm>
            <a:off x="5374150" y="6211669"/>
            <a:ext cx="5160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https://qiita.com/Hexa/items/79897f7df5ad59bb5ca1</a:t>
            </a:r>
            <a:endParaRPr lang="en-US" altLang="ja-JP" dirty="0">
              <a:latin typeface="Arial Narrow" panose="020B0606020202030204" pitchFamily="34" charset="0"/>
            </a:endParaRPr>
          </a:p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https://</a:t>
            </a:r>
            <a:r>
              <a:rPr lang="en-US" altLang="ja-JP" dirty="0" err="1">
                <a:latin typeface="Arial Narrow" panose="020B0606020202030204" pitchFamily="34" charset="0"/>
                <a:hlinkClick r:id="rId3"/>
              </a:rPr>
              <a:t>zenn.dev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/</a:t>
            </a:r>
            <a:r>
              <a:rPr lang="en-US" altLang="ja-JP" dirty="0" err="1">
                <a:latin typeface="Arial Narrow" panose="020B0606020202030204" pitchFamily="34" charset="0"/>
                <a:hlinkClick r:id="rId3"/>
              </a:rPr>
              <a:t>mnod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/articles/f3fad443b7254b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C04F8C-AE4D-9900-DDA7-7E683EEDC418}"/>
              </a:ext>
            </a:extLst>
          </p:cNvPr>
          <p:cNvSpPr txBox="1"/>
          <p:nvPr/>
        </p:nvSpPr>
        <p:spPr>
          <a:xfrm>
            <a:off x="5713118" y="4820463"/>
            <a:ext cx="51603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証明書に関する注意：</a:t>
            </a:r>
            <a:r>
              <a:rPr lang="en-US" altLang="ja-JP" dirty="0" err="1">
                <a:latin typeface="Arial Narrow" panose="020B0606020202030204" pitchFamily="34" charset="0"/>
              </a:rPr>
              <a:t>Openssh</a:t>
            </a:r>
            <a:r>
              <a:rPr lang="ja-JP" altLang="en-US" dirty="0">
                <a:latin typeface="Arial Narrow" panose="020B0606020202030204" pitchFamily="34" charset="0"/>
              </a:rPr>
              <a:t>は、独自の証明書を使っており、</a:t>
            </a:r>
            <a:r>
              <a:rPr lang="en-US" altLang="ja-JP" dirty="0">
                <a:latin typeface="Arial Narrow" panose="020B0606020202030204" pitchFamily="34" charset="0"/>
              </a:rPr>
              <a:t>X.509 certificate</a:t>
            </a:r>
            <a:r>
              <a:rPr lang="ja-JP" altLang="en-US" dirty="0">
                <a:latin typeface="Arial Narrow" panose="020B0606020202030204" pitchFamily="34" charset="0"/>
              </a:rPr>
              <a:t>には対応していない</a:t>
            </a:r>
            <a:endParaRPr lang="en-US" altLang="ja-JP" dirty="0">
              <a:latin typeface="Arial Narrow" panose="020B0606020202030204" pitchFamily="34" charset="0"/>
            </a:endParaRPr>
          </a:p>
          <a:p>
            <a:r>
              <a:rPr lang="en-US" altLang="ja-JP" dirty="0"/>
              <a:t>Manual ssh-keygen</a:t>
            </a:r>
            <a:r>
              <a:rPr lang="ja-JP" altLang="en-US" dirty="0"/>
              <a:t>より</a:t>
            </a:r>
            <a:r>
              <a:rPr lang="en-US" altLang="ja-JP" dirty="0"/>
              <a:t>:Note that OpenSSH certificates are a different, and much simpler, format to the X.509 certificates used in </a:t>
            </a:r>
            <a:r>
              <a:rPr lang="en-US" altLang="ja-JP" dirty="0" err="1">
                <a:hlinkClick r:id="rId4"/>
              </a:rPr>
              <a:t>ssl</a:t>
            </a:r>
            <a:r>
              <a:rPr lang="en-US" altLang="ja-JP" dirty="0">
                <a:hlinkClick r:id="rId4"/>
              </a:rPr>
              <a:t>(8)</a:t>
            </a:r>
            <a:r>
              <a:rPr lang="en-US" altLang="ja-JP" dirty="0"/>
              <a:t>.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0A760A-5DB8-8215-E4F6-B7EDA0C162D7}"/>
              </a:ext>
            </a:extLst>
          </p:cNvPr>
          <p:cNvSpPr txBox="1"/>
          <p:nvPr/>
        </p:nvSpPr>
        <p:spPr>
          <a:xfrm>
            <a:off x="7620000" y="1951672"/>
            <a:ext cx="25723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自分で、</a:t>
            </a:r>
            <a:r>
              <a:rPr kumimoji="1" lang="en-US" altLang="ja-JP" dirty="0" err="1"/>
              <a:t>ca</a:t>
            </a:r>
            <a:r>
              <a:rPr lang="en-US" altLang="ja-JP" dirty="0" err="1"/>
              <a:t>.key</a:t>
            </a:r>
            <a:r>
              <a:rPr lang="ja-JP" altLang="en-US" dirty="0"/>
              <a:t>を作っているので、自作</a:t>
            </a:r>
            <a:r>
              <a:rPr lang="en-US" altLang="ja-JP" dirty="0" err="1"/>
              <a:t>ca.key</a:t>
            </a:r>
            <a:r>
              <a:rPr lang="ja-JP" altLang="en-US" dirty="0"/>
              <a:t>、自作</a:t>
            </a:r>
            <a:r>
              <a:rPr lang="en-US" altLang="ja-JP" dirty="0" err="1"/>
              <a:t>ca.key</a:t>
            </a:r>
            <a:r>
              <a:rPr lang="ja-JP" altLang="en-US" dirty="0"/>
              <a:t>で署名した証明書は、自己署名証明書になっている</a:t>
            </a:r>
            <a:r>
              <a:rPr lang="en-US" altLang="ja-JP" dirty="0"/>
              <a:t>?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506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199B-0398-5F67-A1E2-3F13BFA1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053A672-3F9D-9943-90A5-D48A87B6D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4927"/>
            <a:ext cx="8510632" cy="4764782"/>
          </a:xfrm>
        </p:spPr>
        <p:txBody>
          <a:bodyPr>
            <a:normAutofit/>
          </a:bodyPr>
          <a:lstStyle/>
          <a:p>
            <a:pPr lvl="1"/>
            <a:r>
              <a:rPr kumimoji="1" lang="en-US" altLang="ja-JP" dirty="0"/>
              <a:t>/</a:t>
            </a:r>
            <a:r>
              <a:rPr kumimoji="1" lang="en-US" altLang="ja-JP" dirty="0" err="1"/>
              <a:t>etc</a:t>
            </a:r>
            <a:r>
              <a:rPr kumimoji="1" lang="en-US" altLang="ja-JP" dirty="0"/>
              <a:t>/ssh</a:t>
            </a:r>
            <a:r>
              <a:rPr kumimoji="1" lang="ja-JP" altLang="en-US" dirty="0"/>
              <a:t>に</a:t>
            </a:r>
            <a:r>
              <a:rPr kumimoji="1" lang="en-US" altLang="ja-JP" dirty="0"/>
              <a:t>ca.key.pub</a:t>
            </a:r>
            <a:r>
              <a:rPr kumimoji="1" lang="ja-JP" altLang="en-US" dirty="0"/>
              <a:t>というファイルを作りそこに、</a:t>
            </a:r>
            <a:r>
              <a:rPr kumimoji="1" lang="en-US" altLang="ja-JP" dirty="0"/>
              <a:t>public key</a:t>
            </a:r>
            <a:r>
              <a:rPr kumimoji="1" lang="ja-JP" altLang="en-US" dirty="0"/>
              <a:t>全部コピペする </a:t>
            </a:r>
            <a:r>
              <a:rPr kumimoji="1" lang="en-US" altLang="ja-JP" dirty="0"/>
              <a:t>or </a:t>
            </a:r>
            <a:r>
              <a:rPr kumimoji="1" lang="en-US" altLang="ja-JP" dirty="0" err="1"/>
              <a:t>scp</a:t>
            </a:r>
            <a:r>
              <a:rPr kumimoji="1" lang="ja-JP" altLang="en-US" dirty="0"/>
              <a:t>でファイル転送する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/</a:t>
            </a:r>
            <a:r>
              <a:rPr kumimoji="1" lang="en-US" altLang="ja-JP" dirty="0" err="1"/>
              <a:t>etc</a:t>
            </a:r>
            <a:r>
              <a:rPr kumimoji="1" lang="en-US" altLang="ja-JP" dirty="0"/>
              <a:t>/ssh/</a:t>
            </a:r>
            <a:r>
              <a:rPr kumimoji="1" lang="en-US" altLang="ja-JP" dirty="0" err="1"/>
              <a:t>sshd_config</a:t>
            </a:r>
            <a:r>
              <a:rPr kumimoji="1" lang="ja-JP" altLang="en-US" dirty="0"/>
              <a:t>に</a:t>
            </a:r>
            <a:r>
              <a:rPr kumimoji="1" lang="en-US" altLang="ja-JP" dirty="0"/>
              <a:t>”</a:t>
            </a:r>
            <a:r>
              <a:rPr kumimoji="1" lang="en-US" altLang="ja-JP" dirty="0" err="1"/>
              <a:t>TrustedUserCAKeys</a:t>
            </a:r>
            <a:r>
              <a:rPr kumimoji="1" lang="en-US" altLang="ja-JP" dirty="0"/>
              <a:t> /</a:t>
            </a:r>
            <a:r>
              <a:rPr kumimoji="1" lang="en-US" altLang="ja-JP" dirty="0" err="1"/>
              <a:t>etc</a:t>
            </a:r>
            <a:r>
              <a:rPr kumimoji="1" lang="en-US" altLang="ja-JP" dirty="0"/>
              <a:t>/ssh/ca.key.pub”</a:t>
            </a:r>
            <a:r>
              <a:rPr kumimoji="1" lang="ja-JP" altLang="en-US" dirty="0"/>
              <a:t>を追加する</a:t>
            </a:r>
            <a:endParaRPr kumimoji="1" lang="en-US" altLang="ja-JP" dirty="0"/>
          </a:p>
          <a:p>
            <a:pPr lvl="1"/>
            <a:r>
              <a:rPr lang="en-US" altLang="ja-JP" dirty="0" err="1"/>
              <a:t>Systemctl</a:t>
            </a:r>
            <a:r>
              <a:rPr lang="en-US" altLang="ja-JP" dirty="0"/>
              <a:t> restart ssh</a:t>
            </a:r>
            <a:r>
              <a:rPr kumimoji="1" lang="en-US" altLang="ja-JP" dirty="0"/>
              <a:t> </a:t>
            </a:r>
          </a:p>
          <a:p>
            <a:pPr lvl="1"/>
            <a:endParaRPr kumimoji="1" lang="en-US" altLang="ja-JP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F90AFE-A636-3A51-662D-3D739838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2025/5/29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4AC811-55C3-9C8B-7BEF-70F527EE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115BBCA1-C157-6799-51C5-662B5268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en-US" altLang="ja-JP" sz="1800" dirty="0" err="1"/>
              <a:t>openSSH</a:t>
            </a:r>
            <a:r>
              <a:rPr lang="ja-JP" altLang="en-US" sz="1800" dirty="0"/>
              <a:t>の</a:t>
            </a:r>
            <a:r>
              <a:rPr lang="en-US" altLang="ja-JP" sz="1800" dirty="0"/>
              <a:t>client</a:t>
            </a:r>
            <a:r>
              <a:rPr lang="ja-JP" altLang="en-US" sz="1800" dirty="0"/>
              <a:t>証明書の登録と認証</a:t>
            </a:r>
            <a:r>
              <a:rPr lang="en-US" altLang="ja-JP" sz="1800" dirty="0"/>
              <a:t>(server</a:t>
            </a:r>
            <a:r>
              <a:rPr lang="ja-JP" altLang="en-US" sz="1800" dirty="0"/>
              <a:t>側</a:t>
            </a:r>
            <a:r>
              <a:rPr lang="en-US" altLang="ja-JP" sz="1800" dirty="0"/>
              <a:t>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2C9A5F-3EB1-8A4E-516B-ECC6415C2D41}"/>
              </a:ext>
            </a:extLst>
          </p:cNvPr>
          <p:cNvSpPr txBox="1"/>
          <p:nvPr/>
        </p:nvSpPr>
        <p:spPr>
          <a:xfrm>
            <a:off x="5644034" y="513608"/>
            <a:ext cx="5403627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Arial Narrow" panose="020B0606020202030204" pitchFamily="34" charset="0"/>
              </a:rPr>
              <a:t>$ vi 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r>
              <a:rPr lang="en-US" altLang="ja-JP" sz="1600" dirty="0">
                <a:latin typeface="Arial Narrow" panose="020B0606020202030204" pitchFamily="34" charset="0"/>
              </a:rPr>
              <a:t>/ssh/ca.key.pub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vi 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r>
              <a:rPr lang="en-US" altLang="ja-JP" sz="1600" dirty="0">
                <a:latin typeface="Arial Narrow" panose="020B0606020202030204" pitchFamily="34" charset="0"/>
              </a:rPr>
              <a:t>/ssh/</a:t>
            </a:r>
            <a:r>
              <a:rPr lang="en-US" altLang="ja-JP" sz="1600" dirty="0" err="1">
                <a:latin typeface="Arial Narrow" panose="020B0606020202030204" pitchFamily="34" charset="0"/>
              </a:rPr>
              <a:t>sshd_config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restart ssh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CA10C73-3073-5EAD-18B8-758B69D2BE7B}"/>
              </a:ext>
            </a:extLst>
          </p:cNvPr>
          <p:cNvSpPr txBox="1"/>
          <p:nvPr/>
        </p:nvSpPr>
        <p:spPr>
          <a:xfrm>
            <a:off x="4572000" y="6169709"/>
            <a:ext cx="5160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https://qiita.com/Hexa/items/79897f7df5ad59bb5ca1</a:t>
            </a:r>
            <a:endParaRPr lang="en-US" altLang="ja-JP" dirty="0">
              <a:latin typeface="Arial Narrow" panose="020B0606020202030204" pitchFamily="34" charset="0"/>
            </a:endParaRPr>
          </a:p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4"/>
              </a:rPr>
              <a:t>https://</a:t>
            </a:r>
            <a:r>
              <a:rPr lang="en-US" altLang="ja-JP" dirty="0" err="1">
                <a:latin typeface="Arial Narrow" panose="020B0606020202030204" pitchFamily="34" charset="0"/>
                <a:hlinkClick r:id="rId4"/>
              </a:rPr>
              <a:t>zenn.dev</a:t>
            </a:r>
            <a:r>
              <a:rPr lang="en-US" altLang="ja-JP" dirty="0">
                <a:latin typeface="Arial Narrow" panose="020B0606020202030204" pitchFamily="34" charset="0"/>
                <a:hlinkClick r:id="rId4"/>
              </a:rPr>
              <a:t>/</a:t>
            </a:r>
            <a:r>
              <a:rPr lang="en-US" altLang="ja-JP" dirty="0" err="1">
                <a:latin typeface="Arial Narrow" panose="020B0606020202030204" pitchFamily="34" charset="0"/>
                <a:hlinkClick r:id="rId4"/>
              </a:rPr>
              <a:t>mnod</a:t>
            </a:r>
            <a:r>
              <a:rPr lang="en-US" altLang="ja-JP" dirty="0">
                <a:latin typeface="Arial Narrow" panose="020B0606020202030204" pitchFamily="34" charset="0"/>
                <a:hlinkClick r:id="rId4"/>
              </a:rPr>
              <a:t>/articles/f3fad443b7254b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822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B6FF-F575-2326-3140-B1C1D8AAA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EA6D4D-98BA-EE2E-464E-21032FC4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78" y="496832"/>
            <a:ext cx="8776781" cy="615984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TPM 2.0</a:t>
            </a:r>
            <a:r>
              <a:rPr lang="ja-JP" altLang="en-US" dirty="0"/>
              <a:t>使用例：</a:t>
            </a:r>
            <a:r>
              <a:rPr lang="en-US" altLang="ja-JP" dirty="0" err="1"/>
              <a:t>report&amp;quote</a:t>
            </a:r>
            <a:r>
              <a:rPr lang="ja-JP" altLang="en-US" dirty="0"/>
              <a:t>　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F6BB03-1CA5-BAC5-2A8A-BAEF38C37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8" y="1900238"/>
            <a:ext cx="5099066" cy="3589735"/>
          </a:xfrm>
        </p:spPr>
        <p:txBody>
          <a:bodyPr>
            <a:normAutofit/>
          </a:bodyPr>
          <a:lstStyle/>
          <a:p>
            <a:r>
              <a:rPr lang="en-US" altLang="ja-JP" sz="1500" dirty="0">
                <a:latin typeface="Arial Narrow" panose="020B0606020202030204" pitchFamily="34" charset="0"/>
              </a:rPr>
              <a:t>tpm2_create -C </a:t>
            </a:r>
            <a:r>
              <a:rPr lang="en-US" altLang="ja-JP" sz="1500" dirty="0" err="1">
                <a:latin typeface="Arial Narrow" panose="020B0606020202030204" pitchFamily="34" charset="0"/>
              </a:rPr>
              <a:t>primary.ctx</a:t>
            </a:r>
            <a:r>
              <a:rPr lang="en-US" altLang="ja-JP" sz="1500" dirty="0">
                <a:latin typeface="Arial Narrow" panose="020B0606020202030204" pitchFamily="34" charset="0"/>
              </a:rPr>
              <a:t> -u ak.pub -r </a:t>
            </a:r>
            <a:r>
              <a:rPr lang="en-US" altLang="ja-JP" sz="1500" dirty="0" err="1">
                <a:latin typeface="Arial Narrow" panose="020B0606020202030204" pitchFamily="34" charset="0"/>
              </a:rPr>
              <a:t>ak.priv</a:t>
            </a:r>
            <a:r>
              <a:rPr lang="en-US" altLang="ja-JP" sz="1500" dirty="0">
                <a:latin typeface="Arial Narrow" panose="020B0606020202030204" pitchFamily="34" charset="0"/>
              </a:rPr>
              <a:t> -G </a:t>
            </a:r>
            <a:r>
              <a:rPr lang="en-US" altLang="ja-JP" sz="1500" dirty="0" err="1">
                <a:latin typeface="Arial Narrow" panose="020B0606020202030204" pitchFamily="34" charset="0"/>
              </a:rPr>
              <a:t>ecc:ecdsa:null</a:t>
            </a:r>
            <a:r>
              <a:rPr lang="en-US" altLang="ja-JP" sz="1500" dirty="0">
                <a:latin typeface="Arial Narrow" panose="020B0606020202030204" pitchFamily="34" charset="0"/>
              </a:rPr>
              <a:t> -g sha256 -a "fixedtpm|fixedparent|sensitivedataorigin|userwithauth|restricted|sign“</a:t>
            </a:r>
          </a:p>
          <a:p>
            <a:pPr lvl="1"/>
            <a:r>
              <a:rPr lang="ja-JP" altLang="en-US" sz="1200" dirty="0">
                <a:latin typeface="Arial Narrow" panose="020B0606020202030204" pitchFamily="34" charset="0"/>
              </a:rPr>
              <a:t>アテステーション鍵生成</a:t>
            </a:r>
            <a:endParaRPr lang="en-US" altLang="ja-JP" sz="1200" dirty="0">
              <a:latin typeface="Arial Narrow" panose="020B0606020202030204" pitchFamily="34" charset="0"/>
            </a:endParaRPr>
          </a:p>
          <a:p>
            <a:r>
              <a:rPr lang="en-US" altLang="ja-JP" sz="1500" dirty="0">
                <a:latin typeface="Arial Narrow" panose="020B0606020202030204" pitchFamily="34" charset="0"/>
              </a:rPr>
              <a:t>tpm2_quote -c </a:t>
            </a:r>
            <a:r>
              <a:rPr lang="en-US" altLang="ja-JP" sz="1500" dirty="0" err="1">
                <a:latin typeface="Arial Narrow" panose="020B0606020202030204" pitchFamily="34" charset="0"/>
              </a:rPr>
              <a:t>ak.ctx</a:t>
            </a:r>
            <a:r>
              <a:rPr lang="en-US" altLang="ja-JP" sz="1500" dirty="0">
                <a:latin typeface="Arial Narrow" panose="020B0606020202030204" pitchFamily="34" charset="0"/>
              </a:rPr>
              <a:t> -l sha256:0,1,2,16  -q </a:t>
            </a:r>
            <a:r>
              <a:rPr lang="en-US" altLang="ja-JP" sz="1500" dirty="0" err="1">
                <a:latin typeface="Arial Narrow" panose="020B0606020202030204" pitchFamily="34" charset="0"/>
              </a:rPr>
              <a:t>nonce.bin</a:t>
            </a:r>
            <a:r>
              <a:rPr lang="ja-JP" altLang="en-US" sz="1500" dirty="0">
                <a:latin typeface="Arial Narrow" panose="020B0606020202030204" pitchFamily="34" charset="0"/>
              </a:rPr>
              <a:t> </a:t>
            </a:r>
            <a:r>
              <a:rPr lang="en-US" altLang="ja-JP" sz="1500" dirty="0">
                <a:latin typeface="Arial Narrow" panose="020B0606020202030204" pitchFamily="34" charset="0"/>
              </a:rPr>
              <a:t>\</a:t>
            </a:r>
          </a:p>
          <a:p>
            <a:pPr marL="0" indent="0">
              <a:buNone/>
            </a:pPr>
            <a:r>
              <a:rPr lang="en-US" altLang="ja-JP" sz="1500" dirty="0">
                <a:latin typeface="Arial Narrow" panose="020B0606020202030204" pitchFamily="34" charset="0"/>
              </a:rPr>
              <a:t>	 -m </a:t>
            </a:r>
            <a:r>
              <a:rPr lang="en-US" altLang="ja-JP" sz="1500" dirty="0" err="1">
                <a:latin typeface="Arial Narrow" panose="020B0606020202030204" pitchFamily="34" charset="0"/>
              </a:rPr>
              <a:t>quote.bin</a:t>
            </a:r>
            <a:r>
              <a:rPr lang="en-US" altLang="ja-JP" sz="1500" dirty="0">
                <a:latin typeface="Arial Narrow" panose="020B0606020202030204" pitchFamily="34" charset="0"/>
              </a:rPr>
              <a:t> -s </a:t>
            </a:r>
            <a:r>
              <a:rPr lang="en-US" altLang="ja-JP" sz="1500" dirty="0" err="1">
                <a:latin typeface="Arial Narrow" panose="020B0606020202030204" pitchFamily="34" charset="0"/>
              </a:rPr>
              <a:t>sig.bin</a:t>
            </a:r>
            <a:r>
              <a:rPr lang="en-US" altLang="ja-JP" sz="1500" dirty="0">
                <a:latin typeface="Arial Narrow" panose="020B0606020202030204" pitchFamily="34" charset="0"/>
              </a:rPr>
              <a:t>  -o pcrs.txt</a:t>
            </a:r>
          </a:p>
          <a:p>
            <a:pPr lvl="1"/>
            <a:r>
              <a:rPr lang="en-US" altLang="ja-JP" sz="1200" dirty="0">
                <a:latin typeface="Arial Narrow" panose="020B0606020202030204" pitchFamily="34" charset="0"/>
              </a:rPr>
              <a:t>-m</a:t>
            </a:r>
            <a:r>
              <a:rPr lang="ja-JP" altLang="en-US" sz="1200" dirty="0">
                <a:latin typeface="Arial Narrow" panose="020B0606020202030204" pitchFamily="34" charset="0"/>
              </a:rPr>
              <a:t>で定義したファイルに</a:t>
            </a:r>
            <a:r>
              <a:rPr lang="en-US" altLang="ja-JP" sz="1200" dirty="0">
                <a:latin typeface="Arial Narrow" panose="020B0606020202030204" pitchFamily="34" charset="0"/>
              </a:rPr>
              <a:t>quote</a:t>
            </a:r>
            <a:r>
              <a:rPr lang="ja-JP" altLang="en-US" sz="1200" dirty="0">
                <a:latin typeface="Arial Narrow" panose="020B0606020202030204" pitchFamily="34" charset="0"/>
              </a:rPr>
              <a:t>が格納。</a:t>
            </a:r>
            <a:endParaRPr lang="en-US" altLang="ja-JP" sz="1200" dirty="0">
              <a:latin typeface="Arial Narrow" panose="020B0606020202030204" pitchFamily="34" charset="0"/>
            </a:endParaRPr>
          </a:p>
          <a:p>
            <a:pPr lvl="1"/>
            <a:r>
              <a:rPr lang="en-US" altLang="ja-JP" sz="1200" dirty="0">
                <a:latin typeface="Arial Narrow" panose="020B0606020202030204" pitchFamily="34" charset="0"/>
              </a:rPr>
              <a:t>-s</a:t>
            </a:r>
            <a:r>
              <a:rPr lang="ja-JP" altLang="en-US" sz="1200" dirty="0">
                <a:latin typeface="Arial Narrow" panose="020B0606020202030204" pitchFamily="34" charset="0"/>
              </a:rPr>
              <a:t>で定義したファイルに</a:t>
            </a:r>
            <a:r>
              <a:rPr lang="en-US" altLang="ja-JP" sz="1200" dirty="0">
                <a:latin typeface="Arial Narrow" panose="020B0606020202030204" pitchFamily="34" charset="0"/>
              </a:rPr>
              <a:t>quote</a:t>
            </a:r>
            <a:r>
              <a:rPr lang="ja-JP" altLang="en-US" sz="1200" dirty="0">
                <a:latin typeface="Arial Narrow" panose="020B0606020202030204" pitchFamily="34" charset="0"/>
              </a:rPr>
              <a:t>の署名。</a:t>
            </a:r>
            <a:endParaRPr lang="en-US" altLang="ja-JP" sz="1200" dirty="0">
              <a:latin typeface="Arial Narrow" panose="020B0606020202030204" pitchFamily="34" charset="0"/>
            </a:endParaRPr>
          </a:p>
          <a:p>
            <a:pPr lvl="1"/>
            <a:r>
              <a:rPr lang="en-US" altLang="ja-JP" sz="1200" dirty="0">
                <a:latin typeface="Arial Narrow" panose="020B0606020202030204" pitchFamily="34" charset="0"/>
              </a:rPr>
              <a:t>-o PCR</a:t>
            </a:r>
            <a:r>
              <a:rPr lang="ja-JP" altLang="en-US" sz="1200" dirty="0">
                <a:latin typeface="Arial Narrow" panose="020B0606020202030204" pitchFamily="34" charset="0"/>
              </a:rPr>
              <a:t>の内容（オプション）</a:t>
            </a:r>
            <a:endParaRPr lang="en-US" altLang="ja-JP" sz="1200" dirty="0">
              <a:latin typeface="Arial Narrow" panose="020B0606020202030204" pitchFamily="34" charset="0"/>
            </a:endParaRPr>
          </a:p>
          <a:p>
            <a:r>
              <a:rPr lang="en-US" altLang="ja-JP" sz="1500" dirty="0">
                <a:latin typeface="Arial Narrow" panose="020B0606020202030204" pitchFamily="34" charset="0"/>
              </a:rPr>
              <a:t>tpm2_checkquote  -u ak.pub -m quote.msg  -s </a:t>
            </a:r>
            <a:r>
              <a:rPr lang="en-US" altLang="ja-JP" sz="1500" dirty="0" err="1">
                <a:latin typeface="Arial Narrow" panose="020B0606020202030204" pitchFamily="34" charset="0"/>
              </a:rPr>
              <a:t>quote.sig</a:t>
            </a:r>
            <a:r>
              <a:rPr lang="en-US" altLang="ja-JP" sz="1500" dirty="0">
                <a:latin typeface="Arial Narrow" panose="020B0606020202030204" pitchFamily="34" charset="0"/>
              </a:rPr>
              <a:t> -q </a:t>
            </a:r>
            <a:r>
              <a:rPr lang="en-US" altLang="ja-JP" sz="1500" dirty="0" err="1">
                <a:latin typeface="Arial Narrow" panose="020B0606020202030204" pitchFamily="34" charset="0"/>
              </a:rPr>
              <a:t>nonce.bin</a:t>
            </a:r>
            <a:endParaRPr lang="en-US" altLang="ja-JP" sz="1500" dirty="0">
              <a:latin typeface="Arial Narrow" panose="020B0606020202030204" pitchFamily="34" charset="0"/>
            </a:endParaRPr>
          </a:p>
          <a:p>
            <a:r>
              <a:rPr lang="en-US" altLang="ja-JP" sz="1500" dirty="0">
                <a:latin typeface="Arial Narrow" panose="020B0606020202030204" pitchFamily="34" charset="0"/>
              </a:rPr>
              <a:t>quote.msg</a:t>
            </a:r>
            <a:r>
              <a:rPr lang="ja-JP" altLang="en-US" sz="1500" dirty="0">
                <a:latin typeface="Arial Narrow" panose="020B0606020202030204" pitchFamily="34" charset="0"/>
              </a:rPr>
              <a:t>の中には、</a:t>
            </a:r>
            <a:r>
              <a:rPr lang="en-US" altLang="ja-JP" sz="1500" dirty="0">
                <a:latin typeface="Arial Narrow" panose="020B0606020202030204" pitchFamily="34" charset="0"/>
              </a:rPr>
              <a:t>PCR</a:t>
            </a:r>
            <a:r>
              <a:rPr lang="ja-JP" altLang="en-US" sz="1500" dirty="0">
                <a:latin typeface="Arial Narrow" panose="020B0606020202030204" pitchFamily="34" charset="0"/>
              </a:rPr>
              <a:t>の連結ハッシュが入っている</a:t>
            </a:r>
            <a:endParaRPr lang="en-US" altLang="ja-JP" sz="1500" dirty="0">
              <a:latin typeface="Arial Narrow" panose="020B0606020202030204" pitchFamily="34" charset="0"/>
            </a:endParaRPr>
          </a:p>
          <a:p>
            <a:endParaRPr lang="en-US" altLang="ja-JP" sz="1500" dirty="0">
              <a:latin typeface="Arial Narrow" panose="020B0606020202030204" pitchFamily="34" charset="0"/>
            </a:endParaRPr>
          </a:p>
          <a:p>
            <a:endParaRPr lang="en-US" altLang="ja-JP" sz="1500" dirty="0">
              <a:latin typeface="Arial Narrow" panose="020B0606020202030204" pitchFamily="34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BAAF67-20BC-AD3D-B586-87149516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1" y="6422109"/>
            <a:ext cx="883508" cy="273844"/>
          </a:xfrm>
        </p:spPr>
        <p:txBody>
          <a:bodyPr/>
          <a:lstStyle/>
          <a:p>
            <a:r>
              <a:rPr lang="en-US" altLang="ja-JP" dirty="0"/>
              <a:t>2026/5/29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B39C40-C5D9-DFE3-A486-5DED30F8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2913" y="5704006"/>
            <a:ext cx="629470" cy="273844"/>
          </a:xfrm>
        </p:spPr>
        <p:txBody>
          <a:bodyPr/>
          <a:lstStyle/>
          <a:p>
            <a:fld id="{C7814316-62E7-4CE3-96AB-B11320366D19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EE951F0-A439-A90E-42BB-1D52DCED07EE}"/>
              </a:ext>
            </a:extLst>
          </p:cNvPr>
          <p:cNvSpPr txBox="1"/>
          <p:nvPr/>
        </p:nvSpPr>
        <p:spPr>
          <a:xfrm>
            <a:off x="5176496" y="1591798"/>
            <a:ext cx="3768163" cy="300082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ES" altLang="ja-JP" sz="1050" dirty="0">
                <a:latin typeface="Arial Narrow" panose="020B0606020202030204" pitchFamily="34" charset="0"/>
              </a:rPr>
              <a:t>$ tpm2_pcrread sha256:0,1,2,7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$ tpm2_create -C </a:t>
            </a:r>
            <a:r>
              <a:rPr lang="en-US" altLang="ja-JP" sz="1050" dirty="0" err="1">
                <a:latin typeface="Arial Narrow" panose="020B0606020202030204" pitchFamily="34" charset="0"/>
              </a:rPr>
              <a:t>primary.ctx</a:t>
            </a:r>
            <a:r>
              <a:rPr lang="en-US" altLang="ja-JP" sz="1050" dirty="0">
                <a:latin typeface="Arial Narrow" panose="020B0606020202030204" pitchFamily="34" charset="0"/>
              </a:rPr>
              <a:t> -u ak.pub -r </a:t>
            </a:r>
            <a:r>
              <a:rPr lang="en-US" altLang="ja-JP" sz="1050" dirty="0" err="1">
                <a:latin typeface="Arial Narrow" panose="020B0606020202030204" pitchFamily="34" charset="0"/>
              </a:rPr>
              <a:t>ak.priv</a:t>
            </a:r>
            <a:r>
              <a:rPr lang="en-US" altLang="ja-JP" sz="1050" dirty="0">
                <a:latin typeface="Arial Narrow" panose="020B0606020202030204" pitchFamily="34" charset="0"/>
              </a:rPr>
              <a:t> -G </a:t>
            </a:r>
            <a:r>
              <a:rPr lang="en-US" altLang="ja-JP" sz="1050" dirty="0" err="1">
                <a:latin typeface="Arial Narrow" panose="020B0606020202030204" pitchFamily="34" charset="0"/>
              </a:rPr>
              <a:t>ecc:ecdsa:null</a:t>
            </a:r>
            <a:r>
              <a:rPr lang="en-US" altLang="ja-JP" sz="1050" dirty="0">
                <a:latin typeface="Arial Narrow" panose="020B0606020202030204" pitchFamily="34" charset="0"/>
              </a:rPr>
              <a:t> \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    -g sha256 \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    -a "fixedtpm|fixedparent|sensitivedataorigin|userwithauth|restricted|sign“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$ tpm2_load -C </a:t>
            </a:r>
            <a:r>
              <a:rPr lang="en-US" altLang="ja-JP" sz="1050" dirty="0" err="1">
                <a:latin typeface="Arial Narrow" panose="020B0606020202030204" pitchFamily="34" charset="0"/>
              </a:rPr>
              <a:t>primary.ctx</a:t>
            </a:r>
            <a:r>
              <a:rPr lang="en-US" altLang="ja-JP" sz="1050" dirty="0">
                <a:latin typeface="Arial Narrow" panose="020B0606020202030204" pitchFamily="34" charset="0"/>
              </a:rPr>
              <a:t> -u ak.pub -r </a:t>
            </a:r>
            <a:r>
              <a:rPr lang="en-US" altLang="ja-JP" sz="1050" dirty="0" err="1">
                <a:latin typeface="Arial Narrow" panose="020B0606020202030204" pitchFamily="34" charset="0"/>
              </a:rPr>
              <a:t>ak.priv</a:t>
            </a:r>
            <a:r>
              <a:rPr lang="en-US" altLang="ja-JP" sz="1050" dirty="0">
                <a:latin typeface="Arial Narrow" panose="020B0606020202030204" pitchFamily="34" charset="0"/>
              </a:rPr>
              <a:t> -c </a:t>
            </a:r>
            <a:r>
              <a:rPr lang="en-US" altLang="ja-JP" sz="1050" dirty="0" err="1">
                <a:latin typeface="Arial Narrow" panose="020B0606020202030204" pitchFamily="34" charset="0"/>
              </a:rPr>
              <a:t>ak.ctx</a:t>
            </a:r>
            <a:endParaRPr lang="en-US" altLang="ja-JP" sz="1050" dirty="0">
              <a:latin typeface="Arial Narrow" panose="020B0606020202030204" pitchFamily="34" charset="0"/>
            </a:endParaRPr>
          </a:p>
          <a:p>
            <a:endParaRPr lang="en-US" altLang="ja-JP" sz="1050" dirty="0">
              <a:latin typeface="Arial Narrow" panose="020B0606020202030204" pitchFamily="34" charset="0"/>
            </a:endParaRPr>
          </a:p>
          <a:p>
            <a:r>
              <a:rPr lang="en-US" altLang="ja-JP" sz="1050" dirty="0">
                <a:latin typeface="Arial Narrow" panose="020B0606020202030204" pitchFamily="34" charset="0"/>
              </a:rPr>
              <a:t>$ </a:t>
            </a:r>
            <a:r>
              <a:rPr lang="en-US" altLang="ja-JP" sz="1050" dirty="0" err="1">
                <a:latin typeface="Arial Narrow" panose="020B0606020202030204" pitchFamily="34" charset="0"/>
              </a:rPr>
              <a:t>openssl</a:t>
            </a:r>
            <a:r>
              <a:rPr lang="en-US" altLang="ja-JP" sz="1050" dirty="0">
                <a:latin typeface="Arial Narrow" panose="020B0606020202030204" pitchFamily="34" charset="0"/>
              </a:rPr>
              <a:t> rand -out </a:t>
            </a:r>
            <a:r>
              <a:rPr lang="en-US" altLang="ja-JP" sz="1050" dirty="0" err="1">
                <a:latin typeface="Arial Narrow" panose="020B0606020202030204" pitchFamily="34" charset="0"/>
              </a:rPr>
              <a:t>nonce.bin</a:t>
            </a:r>
            <a:r>
              <a:rPr lang="en-US" altLang="ja-JP" sz="1050" dirty="0">
                <a:latin typeface="Arial Narrow" panose="020B0606020202030204" pitchFamily="34" charset="0"/>
              </a:rPr>
              <a:t> 20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$ tpm2_quote \ 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  -c </a:t>
            </a:r>
            <a:r>
              <a:rPr lang="en-US" altLang="ja-JP" sz="1050" dirty="0" err="1">
                <a:latin typeface="Arial Narrow" panose="020B0606020202030204" pitchFamily="34" charset="0"/>
              </a:rPr>
              <a:t>ak.ctx</a:t>
            </a:r>
            <a:r>
              <a:rPr lang="en-US" altLang="ja-JP" sz="1050" dirty="0">
                <a:latin typeface="Arial Narrow" panose="020B0606020202030204" pitchFamily="34" charset="0"/>
              </a:rPr>
              <a:t> \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  -l sha256:0,1,2,16 \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  -q </a:t>
            </a:r>
            <a:r>
              <a:rPr lang="en-US" altLang="ja-JP" sz="1050" dirty="0" err="1">
                <a:latin typeface="Arial Narrow" panose="020B0606020202030204" pitchFamily="34" charset="0"/>
              </a:rPr>
              <a:t>nonce.bin</a:t>
            </a:r>
            <a:r>
              <a:rPr lang="en-US" altLang="ja-JP" sz="1050" dirty="0">
                <a:latin typeface="Arial Narrow" panose="020B0606020202030204" pitchFamily="34" charset="0"/>
              </a:rPr>
              <a:t> \</a:t>
            </a:r>
            <a:r>
              <a:rPr lang="ja-JP" altLang="en-US" sz="1050" dirty="0">
                <a:latin typeface="Arial Narrow" panose="020B0606020202030204" pitchFamily="34" charset="0"/>
              </a:rPr>
              <a:t>　</a:t>
            </a:r>
            <a:endParaRPr lang="en-US" altLang="ja-JP" sz="1050" dirty="0">
              <a:latin typeface="Arial Narrow" panose="020B0606020202030204" pitchFamily="34" charset="0"/>
            </a:endParaRPr>
          </a:p>
          <a:p>
            <a:r>
              <a:rPr lang="en-US" altLang="ja-JP" sz="1050" dirty="0">
                <a:latin typeface="Arial Narrow" panose="020B0606020202030204" pitchFamily="34" charset="0"/>
              </a:rPr>
              <a:t>  -m quote.msg \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  -s </a:t>
            </a:r>
            <a:r>
              <a:rPr lang="en-US" altLang="ja-JP" sz="1050" dirty="0" err="1">
                <a:latin typeface="Arial Narrow" panose="020B0606020202030204" pitchFamily="34" charset="0"/>
              </a:rPr>
              <a:t>quote.sig</a:t>
            </a:r>
            <a:r>
              <a:rPr lang="en-US" altLang="ja-JP" sz="1050" dirty="0">
                <a:latin typeface="Arial Narrow" panose="020B0606020202030204" pitchFamily="34" charset="0"/>
              </a:rPr>
              <a:t> \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  -o </a:t>
            </a:r>
            <a:r>
              <a:rPr lang="en-US" altLang="ja-JP" sz="1050" dirty="0" err="1">
                <a:latin typeface="Arial Narrow" panose="020B0606020202030204" pitchFamily="34" charset="0"/>
              </a:rPr>
              <a:t>quote.pcrs</a:t>
            </a:r>
            <a:r>
              <a:rPr lang="ja-JP" altLang="en-US" sz="1050" dirty="0">
                <a:latin typeface="Arial Narrow" panose="020B0606020202030204" pitchFamily="34" charset="0"/>
              </a:rPr>
              <a:t> </a:t>
            </a:r>
            <a:r>
              <a:rPr lang="en-US" altLang="ja-JP" sz="1050" dirty="0">
                <a:latin typeface="Arial Narrow" panose="020B0606020202030204" pitchFamily="34" charset="0"/>
              </a:rPr>
              <a:t>–F</a:t>
            </a:r>
            <a:r>
              <a:rPr lang="ja-JP" altLang="en-US" sz="1050" dirty="0">
                <a:latin typeface="Arial Narrow" panose="020B0606020202030204" pitchFamily="34" charset="0"/>
              </a:rPr>
              <a:t> </a:t>
            </a:r>
            <a:r>
              <a:rPr lang="en-US" altLang="ja-JP" sz="1050" dirty="0">
                <a:latin typeface="Arial Narrow" panose="020B0606020202030204" pitchFamily="34" charset="0"/>
              </a:rPr>
              <a:t>values</a:t>
            </a:r>
          </a:p>
          <a:p>
            <a:endParaRPr lang="en-US" altLang="ja-JP" sz="1050" dirty="0">
              <a:latin typeface="Arial Narrow" panose="020B0606020202030204" pitchFamily="34" charset="0"/>
            </a:endParaRPr>
          </a:p>
          <a:p>
            <a:r>
              <a:rPr lang="en-US" altLang="ja-JP" sz="1050" dirty="0">
                <a:latin typeface="Arial Narrow" panose="020B0606020202030204" pitchFamily="34" charset="0"/>
              </a:rPr>
              <a:t>$ tpm2_checkquote  -u ak.pub -m quote.msg  -s </a:t>
            </a:r>
            <a:r>
              <a:rPr lang="en-US" altLang="ja-JP" sz="1050" dirty="0" err="1">
                <a:latin typeface="Arial Narrow" panose="020B0606020202030204" pitchFamily="34" charset="0"/>
              </a:rPr>
              <a:t>quote.sig</a:t>
            </a:r>
            <a:r>
              <a:rPr lang="en-US" altLang="ja-JP" sz="1050" dirty="0">
                <a:latin typeface="Arial Narrow" panose="020B0606020202030204" pitchFamily="34" charset="0"/>
              </a:rPr>
              <a:t> -q </a:t>
            </a:r>
            <a:r>
              <a:rPr lang="en-US" altLang="ja-JP" sz="1050" dirty="0" err="1">
                <a:latin typeface="Arial Narrow" panose="020B0606020202030204" pitchFamily="34" charset="0"/>
              </a:rPr>
              <a:t>nonce.bin</a:t>
            </a:r>
            <a:endParaRPr lang="en-US" altLang="ja-JP" sz="1050" dirty="0">
              <a:latin typeface="Arial Narrow" panose="020B0606020202030204" pitchFamily="34" charset="0"/>
            </a:endParaRPr>
          </a:p>
          <a:p>
            <a:r>
              <a:rPr lang="fr-FR" altLang="ja-JP" sz="1050" dirty="0">
                <a:latin typeface="Arial Narrow" panose="020B0606020202030204" pitchFamily="34" charset="0"/>
              </a:rPr>
              <a:t>$ tpm2_print -t TPMS_ATTEST quote.msg</a:t>
            </a:r>
          </a:p>
          <a:p>
            <a:r>
              <a:rPr lang="en-US" altLang="ja-JP" sz="1050" dirty="0">
                <a:latin typeface="Arial Narrow" panose="020B0606020202030204" pitchFamily="34" charset="0"/>
              </a:rPr>
              <a:t>$ tpm2_print -t TPM2B_PUBLIC ak.pub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B7FC810-7207-9822-90E8-0D9A43CC253A}"/>
              </a:ext>
            </a:extLst>
          </p:cNvPr>
          <p:cNvSpPr txBox="1"/>
          <p:nvPr/>
        </p:nvSpPr>
        <p:spPr>
          <a:xfrm>
            <a:off x="365761" y="5215566"/>
            <a:ext cx="350260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RFC9683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の中での説明で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quote:the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 TPM can then report the hashes of all the measured hashes as signed evidence. </a:t>
            </a:r>
          </a:p>
          <a:p>
            <a:pPr algn="l"/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All measured hash == signed evidence</a:t>
            </a:r>
          </a:p>
          <a:p>
            <a:pPr algn="l"/>
            <a:r>
              <a:rPr lang="en-US" altLang="ja-JP" sz="105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tpm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attestation key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で、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PCR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に、署名する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598173-4B72-2EE0-2CC1-6D231FAC5895}"/>
              </a:ext>
            </a:extLst>
          </p:cNvPr>
          <p:cNvSpPr txBox="1"/>
          <p:nvPr/>
        </p:nvSpPr>
        <p:spPr>
          <a:xfrm>
            <a:off x="3857887" y="5266202"/>
            <a:ext cx="350260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claims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は、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evidence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の集合であるから、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Claim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に、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evidence1,evidence2,evidence3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等が含まれる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Evidence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は、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quate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logs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の集合である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Quote:PCR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Attestation private key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で署名することをいう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D08ECA-0997-861A-F1BD-ED00E0212F07}"/>
              </a:ext>
            </a:extLst>
          </p:cNvPr>
          <p:cNvSpPr txBox="1"/>
          <p:nvPr/>
        </p:nvSpPr>
        <p:spPr>
          <a:xfrm>
            <a:off x="7360488" y="4790957"/>
            <a:ext cx="2486891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なぜ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nonce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が必要なのか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,verifier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attester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nonce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が渡るため、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Nonce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を追加している、それも同様に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AK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で署名する必要がある？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Nonce</a:t>
            </a:r>
            <a:r>
              <a:rPr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はどんなセキュリティ特性があってここで、用いられているのか正確に説明できる必要がある。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30F7959-CB80-D718-7EE4-DF54DE6758E7}"/>
              </a:ext>
            </a:extLst>
          </p:cNvPr>
          <p:cNvSpPr txBox="1"/>
          <p:nvPr/>
        </p:nvSpPr>
        <p:spPr>
          <a:xfrm>
            <a:off x="3857887" y="6326621"/>
            <a:ext cx="5441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https://tpm2-tools.readthedocs.io/</a:t>
            </a:r>
            <a:r>
              <a:rPr lang="en-US" altLang="ja-JP" dirty="0" err="1">
                <a:latin typeface="Arial Narrow" panose="020B0606020202030204" pitchFamily="34" charset="0"/>
                <a:hlinkClick r:id="rId3"/>
              </a:rPr>
              <a:t>en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/latest/man/tpm2.1/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514671-5993-B15B-F06B-28F495C89450}"/>
              </a:ext>
            </a:extLst>
          </p:cNvPr>
          <p:cNvSpPr txBox="1"/>
          <p:nvPr/>
        </p:nvSpPr>
        <p:spPr>
          <a:xfrm>
            <a:off x="8134017" y="2763145"/>
            <a:ext cx="24868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Nonce</a:t>
            </a:r>
            <a:r>
              <a:rPr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を自分で生成して、それを自分で署名するのはよくわからない</a:t>
            </a:r>
            <a:endParaRPr lang="en-US" altLang="ja-JP" sz="105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Nonce</a:t>
            </a:r>
            <a:r>
              <a:rPr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は、</a:t>
            </a:r>
            <a:r>
              <a:rPr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verifier</a:t>
            </a:r>
            <a:r>
              <a:rPr lang="ja-JP" altLang="en-US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</a:t>
            </a:r>
            <a:r>
              <a:rPr lang="en-US" altLang="ja-JP" sz="105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attester</a:t>
            </a:r>
            <a:r>
              <a:rPr lang="ja-JP" altLang="en-US" sz="105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にわたるように設計しなければいけない</a:t>
            </a:r>
            <a:r>
              <a:rPr lang="en-US" altLang="ja-JP" sz="105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?</a:t>
            </a:r>
            <a:endParaRPr lang="en-US" altLang="ja-JP" sz="105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576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738E-C8B2-8F7E-C7DF-357E5C13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6F79262-6CA2-7459-6597-FA03F9E9A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3806" y="1392175"/>
            <a:ext cx="5575355" cy="4764782"/>
          </a:xfrm>
        </p:spPr>
        <p:txBody>
          <a:bodyPr>
            <a:normAutofit/>
          </a:bodyPr>
          <a:lstStyle/>
          <a:p>
            <a:pPr lvl="1"/>
            <a:r>
              <a:rPr lang="en-US" altLang="ja-JP" sz="1600" dirty="0"/>
              <a:t>b</a:t>
            </a:r>
            <a:r>
              <a:rPr kumimoji="1" lang="en-US" altLang="ja-JP" sz="1600" dirty="0"/>
              <a:t>ase64 –w0 [file] &gt; [</a:t>
            </a:r>
            <a:r>
              <a:rPr kumimoji="1" lang="en-US" altLang="ja-JP" sz="1600" dirty="0" err="1"/>
              <a:t>encode_file</a:t>
            </a:r>
            <a:r>
              <a:rPr kumimoji="1" lang="en-US" altLang="ja-JP" sz="1600" dirty="0"/>
              <a:t>]</a:t>
            </a:r>
          </a:p>
          <a:p>
            <a:pPr lvl="2"/>
            <a:r>
              <a:rPr lang="en-US" altLang="ja-JP" sz="1200" dirty="0"/>
              <a:t>-w0:0</a:t>
            </a:r>
            <a:r>
              <a:rPr lang="ja-JP" altLang="en-US" sz="1200" dirty="0"/>
              <a:t>を指定した場合、改行を行わないで</a:t>
            </a:r>
            <a:r>
              <a:rPr lang="en-US" altLang="ja-JP" sz="1200" dirty="0"/>
              <a:t>encode</a:t>
            </a:r>
            <a:r>
              <a:rPr lang="ja-JP" altLang="en-US" sz="1200" dirty="0"/>
              <a:t>する</a:t>
            </a:r>
            <a:endParaRPr kumimoji="1" lang="en-US" altLang="ja-JP" sz="1200" dirty="0"/>
          </a:p>
          <a:p>
            <a:pPr lvl="1"/>
            <a:r>
              <a:rPr kumimoji="1" lang="en-US" altLang="ja-JP" sz="1600" dirty="0"/>
              <a:t>Base64 –d [</a:t>
            </a:r>
            <a:r>
              <a:rPr kumimoji="1" lang="en-US" altLang="ja-JP" sz="1600" dirty="0" err="1"/>
              <a:t>encode_file</a:t>
            </a:r>
            <a:r>
              <a:rPr kumimoji="1" lang="en-US" altLang="ja-JP" sz="1600" dirty="0"/>
              <a:t>] &gt;[</a:t>
            </a:r>
            <a:r>
              <a:rPr kumimoji="1" lang="en-US" altLang="ja-JP" sz="1600" dirty="0" err="1"/>
              <a:t>decode_file</a:t>
            </a:r>
            <a:r>
              <a:rPr kumimoji="1" lang="en-US" altLang="ja-JP" sz="1600" dirty="0"/>
              <a:t>]</a:t>
            </a:r>
          </a:p>
          <a:p>
            <a:pPr lvl="2"/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-d: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データを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decode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する</a:t>
            </a:r>
            <a:endParaRPr lang="en-US" altLang="ja-JP" sz="1200" dirty="0">
              <a:solidFill>
                <a:prstClr val="black"/>
              </a:solidFill>
              <a:latin typeface="Arial Narrow" panose="020B0606020202030204" pitchFamily="34" charset="0"/>
              <a:ea typeface="ＭＳ Ｐゴシック" panose="020B0600070205080204" pitchFamily="50" charset="-128"/>
            </a:endParaRPr>
          </a:p>
          <a:p>
            <a:pPr lvl="1"/>
            <a:r>
              <a:rPr lang="en-US" altLang="ja-JP" sz="16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ssh-keygen  -s </a:t>
            </a:r>
            <a:r>
              <a:rPr lang="en-US" altLang="ja-JP" sz="16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ca.key</a:t>
            </a:r>
            <a:r>
              <a:rPr lang="en-US" altLang="ja-JP" sz="16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 -I </a:t>
            </a:r>
            <a:r>
              <a:rPr lang="en-US" altLang="ja-JP" sz="16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certificate_test</a:t>
            </a:r>
            <a:r>
              <a:rPr lang="en-US" altLang="ja-JP" sz="16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 -n ubuntu -z 1 -O extension:quote_msg.b64="$(cat ~/test/</a:t>
            </a:r>
            <a:r>
              <a:rPr lang="en-US" altLang="ja-JP" sz="16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tpm</a:t>
            </a:r>
            <a:r>
              <a:rPr lang="en-US" altLang="ja-JP" sz="16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/quote_msg.b64)" -O extension:quote_sig.b64="$(cat ~/test/</a:t>
            </a:r>
            <a:r>
              <a:rPr lang="en-US" altLang="ja-JP" sz="16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tpm</a:t>
            </a:r>
            <a:r>
              <a:rPr lang="en-US" altLang="ja-JP" sz="16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/quote_sig.b64)" -O extension:nonce_bin.b64="$(cat ~/test/</a:t>
            </a:r>
            <a:r>
              <a:rPr lang="en-US" altLang="ja-JP" sz="16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tpm</a:t>
            </a:r>
            <a:r>
              <a:rPr lang="en-US" altLang="ja-JP" sz="16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/nonce_bin.b64)" test_cert.pub</a:t>
            </a:r>
          </a:p>
          <a:p>
            <a:pPr lvl="2"/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-</a:t>
            </a:r>
            <a:r>
              <a:rPr lang="en-US" altLang="ja-JP" sz="12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O:key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/value 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オプションを指定できる。以下の</a:t>
            </a:r>
            <a:r>
              <a:rPr lang="en-US" altLang="ja-JP" sz="12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fieild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に拡張できる</a:t>
            </a:r>
            <a:endParaRPr lang="en-US" altLang="ja-JP" sz="800" dirty="0">
              <a:solidFill>
                <a:prstClr val="black"/>
              </a:solidFill>
              <a:latin typeface="Arial Narrow" panose="020B0606020202030204" pitchFamily="34" charset="0"/>
              <a:ea typeface="ＭＳ Ｐゴシック" panose="020B0600070205080204" pitchFamily="50" charset="-128"/>
            </a:endParaRPr>
          </a:p>
          <a:p>
            <a:pPr lvl="2"/>
            <a:r>
              <a:rPr lang="en-US" altLang="ja-JP" sz="12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extension:name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=[contents]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、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contents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に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base64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で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encode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した、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quote_msg.b64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、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quote_sig.b64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、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nonce_bin.b64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、の内容を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certificate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の</a:t>
            </a:r>
            <a:r>
              <a:rPr lang="en-US" altLang="ja-JP" sz="1200" dirty="0" err="1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enxtension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に格納して、</a:t>
            </a:r>
            <a:r>
              <a:rPr lang="en-US" altLang="ja-JP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server</a:t>
            </a:r>
            <a:r>
              <a:rPr lang="ja-JP" altLang="en-US" sz="1200" dirty="0">
                <a:solidFill>
                  <a:prstClr val="black"/>
                </a:solidFill>
                <a:latin typeface="Arial Narrow" panose="020B0606020202030204" pitchFamily="34" charset="0"/>
                <a:ea typeface="ＭＳ Ｐゴシック" panose="020B0600070205080204" pitchFamily="50" charset="-128"/>
              </a:rPr>
              <a:t>側に自己署名証明書として送る</a:t>
            </a:r>
            <a:endParaRPr lang="en-US" altLang="ja-JP" sz="1200" dirty="0">
              <a:solidFill>
                <a:prstClr val="black"/>
              </a:solidFill>
              <a:latin typeface="Arial Narrow" panose="020B060602020203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1A1FEE-881A-3669-F9A3-A9F74E97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2026/5/29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69C22-82C5-AE7B-9C1E-A366FCCA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93A2E3DF-3209-F38B-6FCF-5E770A22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ja-JP" sz="1800" dirty="0"/>
              <a:t>quote.msg</a:t>
            </a:r>
            <a:r>
              <a:rPr lang="ja-JP" altLang="en-US" sz="1800" dirty="0"/>
              <a:t>、</a:t>
            </a:r>
            <a:r>
              <a:rPr lang="en-US" altLang="ja-JP" sz="1800" dirty="0" err="1"/>
              <a:t>quote.sig</a:t>
            </a:r>
            <a:r>
              <a:rPr lang="ja-JP" altLang="en-US" sz="1800" dirty="0"/>
              <a:t>、</a:t>
            </a:r>
            <a:r>
              <a:rPr lang="en-US" altLang="ja-JP" sz="1800" dirty="0" err="1"/>
              <a:t>nonce.bin</a:t>
            </a:r>
            <a:r>
              <a:rPr lang="ja-JP" altLang="en-US" sz="1800" dirty="0"/>
              <a:t>を</a:t>
            </a:r>
            <a:r>
              <a:rPr lang="en-US" altLang="ja-JP" sz="1800" dirty="0"/>
              <a:t>encode</a:t>
            </a:r>
            <a:r>
              <a:rPr lang="ja-JP" altLang="en-US" sz="1800" dirty="0"/>
              <a:t>して、</a:t>
            </a:r>
            <a:r>
              <a:rPr lang="en-US" altLang="ja-JP" sz="1800" dirty="0"/>
              <a:t>ssh-keygen</a:t>
            </a:r>
            <a:r>
              <a:rPr lang="ja-JP" altLang="en-US" sz="1800" dirty="0"/>
              <a:t>で</a:t>
            </a:r>
            <a:r>
              <a:rPr lang="en-US" altLang="ja-JP" sz="1800" dirty="0"/>
              <a:t>certificate</a:t>
            </a:r>
            <a:r>
              <a:rPr lang="ja-JP" altLang="en-US" sz="1800" dirty="0"/>
              <a:t>の</a:t>
            </a:r>
            <a:r>
              <a:rPr lang="en-US" altLang="ja-JP" sz="1800" dirty="0"/>
              <a:t>extension</a:t>
            </a:r>
            <a:r>
              <a:rPr lang="ja-JP" altLang="en-US" sz="1800" dirty="0"/>
              <a:t>に</a:t>
            </a:r>
            <a:r>
              <a:rPr lang="en-US" altLang="ja-JP" sz="1800" dirty="0"/>
              <a:t>qoute_msg.b64</a:t>
            </a:r>
            <a:r>
              <a:rPr lang="ja-JP" altLang="en-US" sz="1800" dirty="0"/>
              <a:t>、</a:t>
            </a:r>
            <a:r>
              <a:rPr lang="en-US" altLang="ja-JP" sz="1800" dirty="0"/>
              <a:t>quote_sig.b64</a:t>
            </a:r>
            <a:r>
              <a:rPr lang="ja-JP" altLang="en-US" sz="1800" dirty="0"/>
              <a:t>、</a:t>
            </a:r>
            <a:r>
              <a:rPr lang="en-US" altLang="ja-JP" sz="1800" dirty="0"/>
              <a:t>nonce_bin.b64</a:t>
            </a:r>
            <a:r>
              <a:rPr lang="ja-JP" altLang="en-US" sz="1800" dirty="0"/>
              <a:t>を格納し、</a:t>
            </a:r>
            <a:r>
              <a:rPr lang="en-US" altLang="ja-JP" sz="1800" dirty="0"/>
              <a:t>ssh</a:t>
            </a:r>
            <a:r>
              <a:rPr lang="ja-JP" altLang="en-US" sz="1800" dirty="0"/>
              <a:t>で</a:t>
            </a:r>
            <a:r>
              <a:rPr lang="en-US" altLang="ja-JP" sz="1800" dirty="0"/>
              <a:t>server</a:t>
            </a:r>
            <a:r>
              <a:rPr lang="ja-JP" altLang="en-US" sz="1800" dirty="0"/>
              <a:t>に送る</a:t>
            </a:r>
            <a:r>
              <a:rPr lang="en-US" altLang="ja-JP" sz="1800" dirty="0"/>
              <a:t>(client</a:t>
            </a:r>
            <a:r>
              <a:rPr lang="ja-JP" altLang="en-US" sz="1800" dirty="0"/>
              <a:t>側</a:t>
            </a:r>
            <a:r>
              <a:rPr lang="en-US" altLang="ja-JP" sz="1800" dirty="0"/>
              <a:t>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D32D28-2EBD-552C-3D17-EA19E45858F7}"/>
              </a:ext>
            </a:extLst>
          </p:cNvPr>
          <p:cNvSpPr txBox="1"/>
          <p:nvPr/>
        </p:nvSpPr>
        <p:spPr>
          <a:xfrm>
            <a:off x="5139926" y="1166237"/>
            <a:ext cx="5403627" cy="55092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Arial Narrow" panose="020B0606020202030204" pitchFamily="34" charset="0"/>
              </a:rPr>
              <a:t>$ ssh-keygen -f </a:t>
            </a:r>
            <a:r>
              <a:rPr lang="en-US" altLang="ja-JP" sz="1600" dirty="0" err="1">
                <a:latin typeface="Arial Narrow" panose="020B0606020202030204" pitchFamily="34" charset="0"/>
              </a:rPr>
              <a:t>ca.key</a:t>
            </a:r>
            <a:r>
              <a:rPr lang="en-US" altLang="ja-JP" sz="1600" dirty="0">
                <a:latin typeface="Arial Narrow" panose="020B0606020202030204" pitchFamily="34" charset="0"/>
              </a:rPr>
              <a:t> -t ed25519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 ssh-keygen -f </a:t>
            </a:r>
            <a:r>
              <a:rPr lang="en-US" altLang="ja-JP" sz="1600" dirty="0" err="1">
                <a:latin typeface="Arial Narrow" panose="020B0606020202030204" pitchFamily="34" charset="0"/>
              </a:rPr>
              <a:t>test_cert</a:t>
            </a:r>
            <a:r>
              <a:rPr lang="en-US" altLang="ja-JP" sz="1600" dirty="0">
                <a:latin typeface="Arial Narrow" panose="020B0606020202030204" pitchFamily="34" charset="0"/>
              </a:rPr>
              <a:t> -t ed25519</a:t>
            </a:r>
            <a:br>
              <a:rPr lang="en-US" altLang="ja-JP" sz="1600" dirty="0">
                <a:latin typeface="Arial Narrow" panose="020B0606020202030204" pitchFamily="34" charset="0"/>
              </a:rPr>
            </a:br>
            <a:r>
              <a:rPr lang="en-US" altLang="ja-JP" sz="1600" dirty="0">
                <a:latin typeface="Arial Narrow" panose="020B0606020202030204" pitchFamily="34" charset="0"/>
              </a:rPr>
              <a:t>$tpm2_quote -c </a:t>
            </a:r>
            <a:r>
              <a:rPr lang="en-US" altLang="ja-JP" sz="1600" dirty="0" err="1">
                <a:latin typeface="Arial Narrow" panose="020B0606020202030204" pitchFamily="34" charset="0"/>
              </a:rPr>
              <a:t>ak.ctx</a:t>
            </a:r>
            <a:r>
              <a:rPr lang="en-US" altLang="ja-JP" sz="1600" dirty="0">
                <a:latin typeface="Arial Narrow" panose="020B0606020202030204" pitchFamily="34" charset="0"/>
              </a:rPr>
              <a:t> -l sha256:0,1,2,4 -q </a:t>
            </a:r>
            <a:r>
              <a:rPr lang="en-US" altLang="ja-JP" sz="1600" dirty="0" err="1">
                <a:latin typeface="Arial Narrow" panose="020B0606020202030204" pitchFamily="34" charset="0"/>
              </a:rPr>
              <a:t>nonce.bin</a:t>
            </a:r>
            <a:r>
              <a:rPr lang="en-US" altLang="ja-JP" sz="1600" dirty="0">
                <a:latin typeface="Arial Narrow" panose="020B0606020202030204" pitchFamily="34" charset="0"/>
              </a:rPr>
              <a:t> -m quote.msg -s </a:t>
            </a:r>
            <a:r>
              <a:rPr lang="en-US" altLang="ja-JP" sz="1600" dirty="0" err="1">
                <a:latin typeface="Arial Narrow" panose="020B0606020202030204" pitchFamily="34" charset="0"/>
              </a:rPr>
              <a:t>qoute.sig</a:t>
            </a:r>
            <a:r>
              <a:rPr lang="en-US" altLang="ja-JP" sz="1600" dirty="0">
                <a:latin typeface="Arial Narrow" panose="020B0606020202030204" pitchFamily="34" charset="0"/>
              </a:rPr>
              <a:t> -o </a:t>
            </a:r>
            <a:r>
              <a:rPr lang="en-US" altLang="ja-JP" sz="1600" dirty="0" err="1">
                <a:latin typeface="Arial Narrow" panose="020B0606020202030204" pitchFamily="34" charset="0"/>
              </a:rPr>
              <a:t>quote.pcrs</a:t>
            </a:r>
            <a:r>
              <a:rPr lang="en-US" altLang="ja-JP" sz="1600" dirty="0">
                <a:latin typeface="Arial Narrow" panose="020B0606020202030204" pitchFamily="34" charset="0"/>
              </a:rPr>
              <a:t> -F values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$base64 -w0 quote.msg &gt; quote_msg.b64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$base64 -d quote_msg.b64 &gt; encoded_qoute.msg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 base64 -w0 </a:t>
            </a:r>
            <a:r>
              <a:rPr lang="en-US" altLang="ja-JP" sz="1600" dirty="0" err="1">
                <a:latin typeface="Arial Narrow" panose="020B0606020202030204" pitchFamily="34" charset="0"/>
              </a:rPr>
              <a:t>quote.sig</a:t>
            </a:r>
            <a:r>
              <a:rPr lang="en-US" altLang="ja-JP" sz="1600" dirty="0">
                <a:latin typeface="Arial Narrow" panose="020B0606020202030204" pitchFamily="34" charset="0"/>
              </a:rPr>
              <a:t> &gt; quote_sig.b64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 base64 -d quote_sig.b64 &gt; </a:t>
            </a:r>
            <a:r>
              <a:rPr lang="en-US" altLang="ja-JP" sz="1600" dirty="0" err="1">
                <a:latin typeface="Arial Narrow" panose="020B0606020202030204" pitchFamily="34" charset="0"/>
              </a:rPr>
              <a:t>encoded_quote.sig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 base64 -w0 </a:t>
            </a:r>
            <a:r>
              <a:rPr lang="en-US" altLang="ja-JP" sz="1600" dirty="0" err="1">
                <a:latin typeface="Arial Narrow" panose="020B0606020202030204" pitchFamily="34" charset="0"/>
              </a:rPr>
              <a:t>nonce.bin</a:t>
            </a:r>
            <a:r>
              <a:rPr lang="en-US" altLang="ja-JP" sz="1600" dirty="0">
                <a:latin typeface="Arial Narrow" panose="020B0606020202030204" pitchFamily="34" charset="0"/>
              </a:rPr>
              <a:t> &gt; nonce_bin.b64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 base64 -d nonce_bin.b64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$tpm2_checkquote -u ak.pub -m quote.msg -s </a:t>
            </a:r>
            <a:r>
              <a:rPr lang="en-US" altLang="ja-JP" sz="1600" dirty="0" err="1">
                <a:latin typeface="Arial Narrow" panose="020B0606020202030204" pitchFamily="34" charset="0"/>
              </a:rPr>
              <a:t>quote.sig</a:t>
            </a:r>
            <a:r>
              <a:rPr lang="en-US" altLang="ja-JP" sz="1600" dirty="0">
                <a:latin typeface="Arial Narrow" panose="020B0606020202030204" pitchFamily="34" charset="0"/>
              </a:rPr>
              <a:t> -q </a:t>
            </a:r>
            <a:r>
              <a:rPr lang="en-US" altLang="ja-JP" sz="1600" dirty="0" err="1">
                <a:latin typeface="Arial Narrow" panose="020B0606020202030204" pitchFamily="34" charset="0"/>
              </a:rPr>
              <a:t>nonce.bin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 tpm2_checkquote -u ak.pub -m encode_quote.msg -s </a:t>
            </a:r>
            <a:r>
              <a:rPr lang="en-US" altLang="ja-JP" sz="1600" dirty="0" err="1">
                <a:latin typeface="Arial Narrow" panose="020B0606020202030204" pitchFamily="34" charset="0"/>
              </a:rPr>
              <a:t>encoded_quote.sig</a:t>
            </a:r>
            <a:r>
              <a:rPr lang="en-US" altLang="ja-JP" sz="1600" dirty="0">
                <a:latin typeface="Arial Narrow" panose="020B0606020202030204" pitchFamily="34" charset="0"/>
              </a:rPr>
              <a:t> -q </a:t>
            </a:r>
            <a:r>
              <a:rPr lang="en-US" altLang="ja-JP" sz="1600" dirty="0" err="1">
                <a:latin typeface="Arial Narrow" panose="020B0606020202030204" pitchFamily="34" charset="0"/>
              </a:rPr>
              <a:t>encoded_nonce.bin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 ssh-keygen -s </a:t>
            </a:r>
            <a:r>
              <a:rPr lang="en-US" altLang="ja-JP" sz="1600" dirty="0" err="1">
                <a:latin typeface="Arial Narrow" panose="020B0606020202030204" pitchFamily="34" charset="0"/>
              </a:rPr>
              <a:t>ca.key</a:t>
            </a:r>
            <a:r>
              <a:rPr lang="en-US" altLang="ja-JP" sz="1600" dirty="0">
                <a:latin typeface="Arial Narrow" panose="020B0606020202030204" pitchFamily="34" charset="0"/>
              </a:rPr>
              <a:t> -I </a:t>
            </a:r>
            <a:r>
              <a:rPr lang="en-US" altLang="ja-JP" sz="1600" dirty="0" err="1">
                <a:latin typeface="Arial Narrow" panose="020B0606020202030204" pitchFamily="34" charset="0"/>
              </a:rPr>
              <a:t>certificate_test</a:t>
            </a:r>
            <a:r>
              <a:rPr lang="en-US" altLang="ja-JP" sz="1600" dirty="0">
                <a:latin typeface="Arial Narrow" panose="020B0606020202030204" pitchFamily="34" charset="0"/>
              </a:rPr>
              <a:t> -n ubuntu -z 1 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–O extension:quote_msg.b64=“$(cat ~/test/</a:t>
            </a:r>
            <a:r>
              <a:rPr lang="en-US" altLang="ja-JP" sz="1600" dirty="0" err="1">
                <a:latin typeface="Arial Narrow" panose="020B0606020202030204" pitchFamily="34" charset="0"/>
              </a:rPr>
              <a:t>tpm</a:t>
            </a:r>
            <a:r>
              <a:rPr lang="en-US" altLang="ja-JP" sz="1600" dirty="0">
                <a:latin typeface="Arial Narrow" panose="020B0606020202030204" pitchFamily="34" charset="0"/>
              </a:rPr>
              <a:t>/quote_msg.b64)” \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-O extension:quote_sig.b64=“$(cat ~/test/</a:t>
            </a:r>
            <a:r>
              <a:rPr lang="en-US" altLang="ja-JP" sz="1600" dirty="0" err="1">
                <a:latin typeface="Arial Narrow" panose="020B0606020202030204" pitchFamily="34" charset="0"/>
              </a:rPr>
              <a:t>tpm</a:t>
            </a:r>
            <a:r>
              <a:rPr lang="en-US" altLang="ja-JP" sz="1600" dirty="0">
                <a:latin typeface="Arial Narrow" panose="020B0606020202030204" pitchFamily="34" charset="0"/>
              </a:rPr>
              <a:t>/quote_sig.b64)” \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-O extension:nonce_bin.b64=“$(cat ~/test/</a:t>
            </a:r>
            <a:r>
              <a:rPr lang="en-US" altLang="ja-JP" sz="1600" dirty="0" err="1">
                <a:latin typeface="Arial Narrow" panose="020B0606020202030204" pitchFamily="34" charset="0"/>
              </a:rPr>
              <a:t>tpm</a:t>
            </a:r>
            <a:r>
              <a:rPr lang="en-US" altLang="ja-JP" sz="1600" dirty="0">
                <a:latin typeface="Arial Narrow" panose="020B0606020202030204" pitchFamily="34" charset="0"/>
              </a:rPr>
              <a:t>/nonce_bin.b64)”\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test_cert.pub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$ssh-keygen –</a:t>
            </a:r>
            <a:r>
              <a:rPr lang="en-US" altLang="ja-JP" sz="1600" dirty="0" err="1">
                <a:latin typeface="Arial Narrow" panose="020B0606020202030204" pitchFamily="34" charset="0"/>
              </a:rPr>
              <a:t>Lf</a:t>
            </a:r>
            <a:r>
              <a:rPr lang="en-US" altLang="ja-JP" sz="1600" dirty="0">
                <a:latin typeface="Arial Narrow" panose="020B0606020202030204" pitchFamily="34" charset="0"/>
              </a:rPr>
              <a:t> test_cert-cert.pub</a:t>
            </a:r>
          </a:p>
          <a:p>
            <a:endParaRPr lang="en-US" altLang="ja-JP" sz="1600" dirty="0">
              <a:latin typeface="Arial Narrow" panose="020B0606020202030204" pitchFamily="34" charset="0"/>
            </a:endParaRPr>
          </a:p>
          <a:p>
            <a:endParaRPr lang="en-US" altLang="ja-JP" sz="1600" dirty="0">
              <a:latin typeface="Arial Narrow" panose="020B060602020203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D052EC-B2BB-67F9-85D9-E938ADEEC31D}"/>
              </a:ext>
            </a:extLst>
          </p:cNvPr>
          <p:cNvSpPr txBox="1"/>
          <p:nvPr/>
        </p:nvSpPr>
        <p:spPr>
          <a:xfrm>
            <a:off x="2590801" y="6156957"/>
            <a:ext cx="6722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 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https://man.openbsd.org/sshd</a:t>
            </a:r>
            <a:endParaRPr lang="en-US" altLang="ja-JP" dirty="0">
              <a:latin typeface="Arial Narrow" panose="020B0606020202030204" pitchFamily="34" charset="0"/>
            </a:endParaRPr>
          </a:p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 </a:t>
            </a:r>
            <a:r>
              <a:rPr lang="en-US" altLang="ja-JP" dirty="0">
                <a:latin typeface="Arial Narrow" panose="020B0606020202030204" pitchFamily="34" charset="0"/>
                <a:hlinkClick r:id="rId4"/>
              </a:rPr>
              <a:t>https://manpages.ubuntu.com/manpages/jammy/man1/base64.1.html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6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6B9AE-8E28-1946-D6BA-8CD273D2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E8ADE3D-136E-C8CF-B1C5-9F4A1E8C2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632" y="1365021"/>
            <a:ext cx="8510632" cy="4764782"/>
          </a:xfrm>
        </p:spPr>
        <p:txBody>
          <a:bodyPr>
            <a:normAutofit/>
          </a:bodyPr>
          <a:lstStyle/>
          <a:p>
            <a:pPr lvl="1"/>
            <a:r>
              <a:rPr lang="en-US" altLang="ja-JP" dirty="0" err="1">
                <a:latin typeface="Arial Narrow" panose="020B0606020202030204" pitchFamily="34" charset="0"/>
              </a:rPr>
              <a:t>journalctl</a:t>
            </a:r>
            <a:r>
              <a:rPr lang="en-US" altLang="ja-JP" dirty="0">
                <a:latin typeface="Arial Narrow" panose="020B0606020202030204" pitchFamily="34" charset="0"/>
              </a:rPr>
              <a:t> –u ssh –f</a:t>
            </a:r>
          </a:p>
          <a:p>
            <a:pPr lvl="2"/>
            <a:r>
              <a:rPr lang="en-US" altLang="ja-JP" dirty="0">
                <a:latin typeface="Arial Narrow" panose="020B0606020202030204" pitchFamily="34" charset="0"/>
              </a:rPr>
              <a:t>-u:</a:t>
            </a:r>
            <a:r>
              <a:rPr lang="ja-JP" altLang="en-US" dirty="0">
                <a:latin typeface="Arial Narrow" panose="020B0606020202030204" pitchFamily="34" charset="0"/>
              </a:rPr>
              <a:t>指定された</a:t>
            </a:r>
            <a:r>
              <a:rPr lang="en-US" altLang="ja-JP" dirty="0" err="1">
                <a:latin typeface="Arial Narrow" panose="020B0606020202030204" pitchFamily="34" charset="0"/>
              </a:rPr>
              <a:t>systemd</a:t>
            </a:r>
            <a:r>
              <a:rPr lang="en-US" altLang="ja-JP" dirty="0">
                <a:latin typeface="Arial Narrow" panose="020B0606020202030204" pitchFamily="34" charset="0"/>
              </a:rPr>
              <a:t> unit</a:t>
            </a:r>
            <a:r>
              <a:rPr lang="ja-JP" altLang="en-US" dirty="0">
                <a:latin typeface="Arial Narrow" panose="020B0606020202030204" pitchFamily="34" charset="0"/>
              </a:rPr>
              <a:t>のために</a:t>
            </a:r>
            <a:r>
              <a:rPr lang="en-US" altLang="ja-JP" dirty="0">
                <a:latin typeface="Arial Narrow" panose="020B0606020202030204" pitchFamily="34" charset="0"/>
              </a:rPr>
              <a:t>message</a:t>
            </a:r>
            <a:r>
              <a:rPr lang="ja-JP" altLang="en-US" dirty="0">
                <a:latin typeface="Arial Narrow" panose="020B0606020202030204" pitchFamily="34" charset="0"/>
              </a:rPr>
              <a:t>を示す</a:t>
            </a:r>
            <a:r>
              <a:rPr lang="en-US" altLang="ja-JP" dirty="0">
                <a:latin typeface="Arial Narrow" panose="020B0606020202030204" pitchFamily="34" charset="0"/>
              </a:rPr>
              <a:t>  </a:t>
            </a:r>
          </a:p>
          <a:p>
            <a:pPr lvl="2"/>
            <a:r>
              <a:rPr lang="en-US" altLang="ja-JP" dirty="0">
                <a:latin typeface="Arial Narrow" panose="020B0606020202030204" pitchFamily="34" charset="0"/>
              </a:rPr>
              <a:t>-f:</a:t>
            </a:r>
            <a:r>
              <a:rPr lang="ja-JP" altLang="en-US" dirty="0">
                <a:latin typeface="Arial Narrow" panose="020B0606020202030204" pitchFamily="34" charset="0"/>
              </a:rPr>
              <a:t>最近の</a:t>
            </a:r>
            <a:r>
              <a:rPr lang="en-US" altLang="ja-JP" dirty="0">
                <a:latin typeface="Arial Narrow" panose="020B0606020202030204" pitchFamily="34" charset="0"/>
              </a:rPr>
              <a:t>journal entries</a:t>
            </a:r>
            <a:r>
              <a:rPr lang="ja-JP" altLang="en-US" dirty="0">
                <a:latin typeface="Arial Narrow" panose="020B0606020202030204" pitchFamily="34" charset="0"/>
              </a:rPr>
              <a:t>のみを示す</a:t>
            </a:r>
            <a:r>
              <a:rPr lang="en-US" altLang="ja-JP" dirty="0">
                <a:latin typeface="Arial Narrow" panose="020B0606020202030204" pitchFamily="34" charset="0"/>
              </a:rPr>
              <a:t> </a:t>
            </a:r>
          </a:p>
          <a:p>
            <a:pPr lvl="1"/>
            <a:r>
              <a:rPr lang="en-US" altLang="ja-JP" dirty="0" err="1">
                <a:latin typeface="Arial Narrow" panose="020B0606020202030204" pitchFamily="34" charset="0"/>
              </a:rPr>
              <a:t>systemctl</a:t>
            </a:r>
            <a:r>
              <a:rPr lang="en-US" altLang="ja-JP" dirty="0">
                <a:latin typeface="Arial Narrow" panose="020B0606020202030204" pitchFamily="34" charset="0"/>
              </a:rPr>
              <a:t> status ssh</a:t>
            </a:r>
            <a:endParaRPr kumimoji="1" lang="en-US" altLang="ja-JP" dirty="0">
              <a:latin typeface="Arial Narrow" panose="020B0606020202030204" pitchFamily="34" charset="0"/>
            </a:endParaRPr>
          </a:p>
          <a:p>
            <a:pPr lvl="2"/>
            <a:r>
              <a:rPr lang="en-US" altLang="ja-JP" dirty="0"/>
              <a:t>s</a:t>
            </a:r>
            <a:r>
              <a:rPr kumimoji="1" lang="en-US" altLang="ja-JP" dirty="0"/>
              <a:t>tatus:1</a:t>
            </a:r>
            <a:r>
              <a:rPr kumimoji="1" lang="ja-JP" altLang="en-US" dirty="0"/>
              <a:t>つ</a:t>
            </a:r>
            <a:r>
              <a:rPr lang="ja-JP" altLang="en-US" dirty="0"/>
              <a:t>または、</a:t>
            </a:r>
            <a:r>
              <a:rPr lang="en-US" altLang="ja-JP" dirty="0"/>
              <a:t>1</a:t>
            </a:r>
            <a:r>
              <a:rPr lang="ja-JP" altLang="en-US" dirty="0"/>
              <a:t>つ以上の</a:t>
            </a:r>
            <a:r>
              <a:rPr lang="en-US" altLang="ja-JP" dirty="0"/>
              <a:t>units</a:t>
            </a:r>
            <a:r>
              <a:rPr lang="ja-JP" altLang="en-US" dirty="0"/>
              <a:t>についての簡潔な</a:t>
            </a:r>
            <a:r>
              <a:rPr lang="en-US" altLang="ja-JP" dirty="0"/>
              <a:t>runtime status information</a:t>
            </a:r>
            <a:r>
              <a:rPr lang="ja-JP" altLang="en-US" dirty="0"/>
              <a:t>を示し、</a:t>
            </a:r>
            <a:r>
              <a:rPr lang="en-US" altLang="ja-JP" dirty="0"/>
              <a:t>journal</a:t>
            </a:r>
            <a:r>
              <a:rPr lang="ja-JP" altLang="en-US" dirty="0"/>
              <a:t>から最も最近の</a:t>
            </a:r>
            <a:r>
              <a:rPr lang="en-US" altLang="ja-JP" dirty="0"/>
              <a:t>data</a:t>
            </a:r>
            <a:r>
              <a:rPr lang="ja-JP" altLang="en-US" dirty="0"/>
              <a:t>を示す。</a:t>
            </a:r>
            <a:endParaRPr lang="en-US" altLang="ja-JP" dirty="0"/>
          </a:p>
          <a:p>
            <a:pPr lvl="2"/>
            <a:r>
              <a:rPr kumimoji="1" lang="en-US" altLang="ja-JP" dirty="0"/>
              <a:t>/</a:t>
            </a:r>
            <a:r>
              <a:rPr kumimoji="1" lang="en-US" altLang="ja-JP" dirty="0" err="1"/>
              <a:t>usr</a:t>
            </a:r>
            <a:r>
              <a:rPr kumimoji="1" lang="en-US" altLang="ja-JP" dirty="0"/>
              <a:t>/lib/</a:t>
            </a:r>
            <a:r>
              <a:rPr kumimoji="1" lang="en-US" altLang="ja-JP" dirty="0" err="1"/>
              <a:t>systemd</a:t>
            </a:r>
            <a:r>
              <a:rPr kumimoji="1" lang="en-US" altLang="ja-JP" dirty="0"/>
              <a:t>/system/</a:t>
            </a:r>
            <a:r>
              <a:rPr kumimoji="1" lang="en-US" altLang="ja-JP" dirty="0" err="1"/>
              <a:t>ssh.service</a:t>
            </a:r>
            <a:r>
              <a:rPr kumimoji="1" lang="ja-JP" altLang="en-US" dirty="0"/>
              <a:t>のプログラムを実行する</a:t>
            </a:r>
            <a:endParaRPr kumimoji="1" lang="en-US" altLang="ja-JP" dirty="0"/>
          </a:p>
          <a:p>
            <a:pPr lvl="2"/>
            <a:r>
              <a:rPr lang="en-US" altLang="ja-JP" dirty="0"/>
              <a:t>ssh –t</a:t>
            </a:r>
            <a:r>
              <a:rPr lang="ja-JP" altLang="en-US" dirty="0"/>
              <a:t>が実際には起動されている</a:t>
            </a:r>
            <a:endParaRPr lang="en-US" altLang="ja-JP" dirty="0"/>
          </a:p>
          <a:p>
            <a:pPr lvl="2"/>
            <a:r>
              <a:rPr lang="en-US" altLang="ja-JP" dirty="0"/>
              <a:t>s</a:t>
            </a:r>
            <a:r>
              <a:rPr kumimoji="1" lang="en-US" altLang="ja-JP" dirty="0"/>
              <a:t>sh –D</a:t>
            </a:r>
            <a:r>
              <a:rPr kumimoji="1" lang="ja-JP" altLang="en-US"/>
              <a:t>が実際には起動されている</a:t>
            </a:r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9A2979F-AC02-1F72-7C44-1193EA49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2026/5/29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2F8D0A-476C-1146-D0D6-84E529C4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4D2BB57E-5706-748B-6284-D2C8D061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en-US" altLang="ja-JP" sz="1800" dirty="0"/>
              <a:t>certificate</a:t>
            </a:r>
            <a:r>
              <a:rPr lang="ja-JP" altLang="en-US" sz="1800" dirty="0"/>
              <a:t>の確認</a:t>
            </a:r>
            <a:endParaRPr lang="en-US" altLang="ja-JP" sz="1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568500-AB7A-866E-978C-1294619781D0}"/>
              </a:ext>
            </a:extLst>
          </p:cNvPr>
          <p:cNvSpPr txBox="1"/>
          <p:nvPr/>
        </p:nvSpPr>
        <p:spPr>
          <a:xfrm>
            <a:off x="5661452" y="506205"/>
            <a:ext cx="3258812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journalctl</a:t>
            </a:r>
            <a:r>
              <a:rPr lang="en-US" altLang="ja-JP" sz="1600" dirty="0">
                <a:latin typeface="Arial Narrow" panose="020B0606020202030204" pitchFamily="34" charset="0"/>
              </a:rPr>
              <a:t> –u ssh –f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status ssh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32EFAB3-2338-0D44-2DA9-397CFB51BB27}"/>
              </a:ext>
            </a:extLst>
          </p:cNvPr>
          <p:cNvSpPr txBox="1"/>
          <p:nvPr/>
        </p:nvSpPr>
        <p:spPr>
          <a:xfrm>
            <a:off x="2349757" y="6169709"/>
            <a:ext cx="6794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 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https://manpages.ubuntu.com/manpages/xenial/man1/journalctl.1.html</a:t>
            </a:r>
            <a:endParaRPr lang="en-US" altLang="ja-JP" dirty="0">
              <a:latin typeface="Arial Narrow" panose="020B0606020202030204" pitchFamily="34" charset="0"/>
            </a:endParaRPr>
          </a:p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 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https://manpages.ubuntu.com/manpages/bionic/man1/systemctl.1.html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82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98CA3-D0B2-D623-858B-D32641AB2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6F9BFEE-03E3-EEA7-B963-364DB861B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2026/5/31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F667E4-906C-0392-9C60-B928A1B5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52DAB1F6-A01F-4FD5-C118-3E6F86B5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en-US" altLang="ja-JP" sz="1800" dirty="0" err="1"/>
              <a:t>openssh-protable</a:t>
            </a:r>
            <a:r>
              <a:rPr lang="ja-JP" altLang="en-US" sz="1800" dirty="0"/>
              <a:t>の</a:t>
            </a:r>
            <a:r>
              <a:rPr lang="en-US" altLang="ja-JP" sz="1800" dirty="0"/>
              <a:t>build</a:t>
            </a:r>
            <a:r>
              <a:rPr lang="ja-JP" altLang="en-US" sz="1800" dirty="0"/>
              <a:t>方法について</a:t>
            </a:r>
            <a:endParaRPr lang="en-US" altLang="ja-JP" sz="1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835FA1-49B3-C4B6-FC72-C7434679C18C}"/>
              </a:ext>
            </a:extLst>
          </p:cNvPr>
          <p:cNvSpPr txBox="1"/>
          <p:nvPr/>
        </p:nvSpPr>
        <p:spPr>
          <a:xfrm>
            <a:off x="1032783" y="1366685"/>
            <a:ext cx="7226314" cy="407825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 err="1">
                <a:latin typeface="Arial Narrow" panose="020B0606020202030204" pitchFamily="34" charset="0"/>
              </a:rPr>
              <a:t>wsl</a:t>
            </a:r>
            <a:r>
              <a:rPr lang="ja-JP" altLang="en-US" sz="1600" dirty="0">
                <a:latin typeface="Arial Narrow" panose="020B0606020202030204" pitchFamily="34" charset="0"/>
              </a:rPr>
              <a:t>上での</a:t>
            </a:r>
            <a:r>
              <a:rPr lang="en-US" altLang="ja-JP" sz="1600" dirty="0">
                <a:latin typeface="Arial Narrow" panose="020B0606020202030204" pitchFamily="34" charset="0"/>
              </a:rPr>
              <a:t>build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$git clone https://github.com/openssh/openssh-portable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$cd </a:t>
            </a:r>
            <a:r>
              <a:rPr lang="en-US" altLang="ja-JP" sz="1600" dirty="0" err="1">
                <a:latin typeface="Arial Narrow" panose="020B0606020202030204" pitchFamily="34" charset="0"/>
              </a:rPr>
              <a:t>openssh</a:t>
            </a:r>
            <a:r>
              <a:rPr lang="en-US" altLang="ja-JP" sz="1600" dirty="0">
                <a:latin typeface="Arial Narrow" panose="020B0606020202030204" pitchFamily="34" charset="0"/>
              </a:rPr>
              <a:t>-portable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apt update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apt install </a:t>
            </a:r>
            <a:r>
              <a:rPr lang="en-US" altLang="ja-JP" sz="1600" dirty="0" err="1">
                <a:latin typeface="Arial Narrow" panose="020B0606020202030204" pitchFamily="34" charset="0"/>
              </a:rPr>
              <a:t>autoconf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autoreconf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$./configure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$make &amp;&amp; make tests</a:t>
            </a:r>
          </a:p>
          <a:p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QEMU </a:t>
            </a:r>
            <a:r>
              <a:rPr lang="ja-JP" altLang="en-US" sz="1600" dirty="0">
                <a:latin typeface="Arial Narrow" panose="020B0606020202030204" pitchFamily="34" charset="0"/>
              </a:rPr>
              <a:t>上での</a:t>
            </a:r>
            <a:r>
              <a:rPr lang="en-US" altLang="ja-JP" sz="1600" dirty="0">
                <a:latin typeface="Arial Narrow" panose="020B0606020202030204" pitchFamily="34" charset="0"/>
              </a:rPr>
              <a:t>build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$./config</a:t>
            </a:r>
            <a:r>
              <a:rPr lang="ja-JP" altLang="en-US" sz="1600" dirty="0">
                <a:latin typeface="Arial Narrow" panose="020B0606020202030204" pitchFamily="34" charset="0"/>
              </a:rPr>
              <a:t>を実行したときに</a:t>
            </a:r>
            <a:r>
              <a:rPr lang="en-US" altLang="ja-JP" sz="1600" dirty="0" err="1">
                <a:latin typeface="Arial Narrow" panose="020B0606020202030204" pitchFamily="34" charset="0"/>
              </a:rPr>
              <a:t>zlib</a:t>
            </a:r>
            <a:r>
              <a:rPr lang="ja-JP" altLang="en-US" sz="1600" dirty="0">
                <a:latin typeface="Arial Narrow" panose="020B0606020202030204" pitchFamily="34" charset="0"/>
              </a:rPr>
              <a:t>がなかったので以下を実行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apt update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apt install zlib1g-dev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apt install </a:t>
            </a:r>
            <a:r>
              <a:rPr lang="en-US" altLang="ja-JP" sz="1600" dirty="0" err="1">
                <a:latin typeface="Arial Narrow" panose="020B0606020202030204" pitchFamily="34" charset="0"/>
              </a:rPr>
              <a:t>libssl</a:t>
            </a:r>
            <a:r>
              <a:rPr lang="en-US" altLang="ja-JP" sz="1600" dirty="0">
                <a:latin typeface="Arial Narrow" panose="020B0606020202030204" pitchFamily="34" charset="0"/>
              </a:rPr>
              <a:t>-dev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$make &amp;&amp; make tests</a:t>
            </a:r>
          </a:p>
          <a:p>
            <a:endParaRPr lang="en-US" altLang="ja-JP" sz="1600" dirty="0">
              <a:latin typeface="Arial Narrow" panose="020B060602020203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452E94-5D17-1202-DE2C-DDAF5D748395}"/>
              </a:ext>
            </a:extLst>
          </p:cNvPr>
          <p:cNvSpPr txBox="1"/>
          <p:nvPr/>
        </p:nvSpPr>
        <p:spPr>
          <a:xfrm>
            <a:off x="3698765" y="5752107"/>
            <a:ext cx="5160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https://github.com/</a:t>
            </a:r>
            <a:r>
              <a:rPr lang="en-US" altLang="ja-JP" dirty="0" err="1">
                <a:latin typeface="Arial Narrow" panose="020B0606020202030204" pitchFamily="34" charset="0"/>
                <a:hlinkClick r:id="rId2"/>
              </a:rPr>
              <a:t>openssh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/</a:t>
            </a:r>
            <a:r>
              <a:rPr lang="en-US" altLang="ja-JP" dirty="0" err="1">
                <a:latin typeface="Arial Narrow" panose="020B0606020202030204" pitchFamily="34" charset="0"/>
                <a:hlinkClick r:id="rId2"/>
              </a:rPr>
              <a:t>openssh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-portable</a:t>
            </a:r>
            <a:endParaRPr lang="en-US" altLang="ja-JP" dirty="0">
              <a:latin typeface="Arial Narrow" panose="020B0606020202030204" pitchFamily="34" charset="0"/>
            </a:endParaRPr>
          </a:p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3"/>
              </a:rPr>
              <a:t>https://www.gnu.org/software/autoconf/</a:t>
            </a:r>
            <a:endParaRPr lang="en-US" altLang="ja-JP" dirty="0">
              <a:latin typeface="Arial Narrow" panose="020B0606020202030204" pitchFamily="34" charset="0"/>
            </a:endParaRPr>
          </a:p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4"/>
              </a:rPr>
              <a:t>https://www.gnu.org/software/m4/m4.html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194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B650-2855-9A7A-3E72-18C0C790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A708248-7580-19AF-0340-7D7DC7A3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737" y="1365021"/>
            <a:ext cx="5714947" cy="4764782"/>
          </a:xfrm>
        </p:spPr>
        <p:txBody>
          <a:bodyPr>
            <a:normAutofit/>
          </a:bodyPr>
          <a:lstStyle/>
          <a:p>
            <a:pPr lvl="1"/>
            <a:r>
              <a:rPr lang="ja-JP" altLang="en-US" sz="1600" dirty="0"/>
              <a:t>初期の段階では、</a:t>
            </a:r>
            <a:r>
              <a:rPr lang="en-US" altLang="ja-JP" sz="1600" dirty="0"/>
              <a:t>ssh</a:t>
            </a:r>
            <a:r>
              <a:rPr lang="ja-JP" altLang="en-US" sz="1600" dirty="0"/>
              <a:t>が</a:t>
            </a:r>
            <a:r>
              <a:rPr lang="en-US" altLang="ja-JP" sz="1600" dirty="0"/>
              <a:t>22</a:t>
            </a:r>
            <a:r>
              <a:rPr lang="ja-JP" altLang="en-US" sz="1600" dirty="0"/>
              <a:t>番</a:t>
            </a:r>
            <a:r>
              <a:rPr lang="en-US" altLang="ja-JP" sz="1600" dirty="0"/>
              <a:t>port</a:t>
            </a:r>
            <a:r>
              <a:rPr lang="ja-JP" altLang="en-US" sz="1600" dirty="0"/>
              <a:t>を掴んでいるため、これを確実に切る</a:t>
            </a:r>
            <a:endParaRPr lang="en-US" altLang="ja-JP" sz="1600" dirty="0"/>
          </a:p>
          <a:p>
            <a:pPr lvl="1"/>
            <a:r>
              <a:rPr lang="en-US" altLang="ja-JP" sz="1600" dirty="0" err="1"/>
              <a:t>openssh</a:t>
            </a:r>
            <a:r>
              <a:rPr lang="en-US" altLang="ja-JP" sz="1600" dirty="0"/>
              <a:t>-portable</a:t>
            </a:r>
            <a:r>
              <a:rPr lang="ja-JP" altLang="en-US" sz="1600" dirty="0"/>
              <a:t>の</a:t>
            </a:r>
            <a:r>
              <a:rPr lang="en-US" altLang="ja-JP" sz="1600" dirty="0" err="1"/>
              <a:t>makefile</a:t>
            </a:r>
            <a:r>
              <a:rPr lang="ja-JP" altLang="en-US" sz="1600" dirty="0"/>
              <a:t>の設定で、</a:t>
            </a:r>
            <a:r>
              <a:rPr lang="en-US" altLang="ja-JP" sz="1600" dirty="0" err="1"/>
              <a:t>sshd,sshd</a:t>
            </a:r>
            <a:r>
              <a:rPr lang="en-US" altLang="ja-JP" sz="1600" dirty="0"/>
              <a:t>-</a:t>
            </a:r>
            <a:r>
              <a:rPr lang="en-US" altLang="ja-JP" sz="1600" dirty="0" err="1"/>
              <a:t>session,sshd</a:t>
            </a:r>
            <a:r>
              <a:rPr lang="en-US" altLang="ja-JP" sz="1600" dirty="0"/>
              <a:t>-auth</a:t>
            </a:r>
            <a:r>
              <a:rPr lang="ja-JP" altLang="en-US" sz="1600" dirty="0"/>
              <a:t>は、それぞれ</a:t>
            </a:r>
            <a:r>
              <a:rPr lang="en-US" altLang="ja-JP" sz="1600" dirty="0"/>
              <a:t>/user/local</a:t>
            </a:r>
            <a:r>
              <a:rPr lang="ja-JP" altLang="en-US" sz="1600" dirty="0"/>
              <a:t>の配下に配置した</a:t>
            </a:r>
            <a:endParaRPr lang="en-US" altLang="ja-JP" sz="1600" dirty="0"/>
          </a:p>
          <a:p>
            <a:pPr lvl="1"/>
            <a:r>
              <a:rPr lang="en-US" altLang="ja-JP" sz="1600" dirty="0" err="1"/>
              <a:t>sshd</a:t>
            </a:r>
            <a:r>
              <a:rPr lang="en-US" altLang="ja-JP" sz="1600" dirty="0"/>
              <a:t>-config</a:t>
            </a:r>
            <a:r>
              <a:rPr lang="ja-JP" altLang="en-US" sz="1600" dirty="0"/>
              <a:t>は</a:t>
            </a:r>
            <a:r>
              <a:rPr lang="en-US" altLang="ja-JP" sz="1600" dirty="0" err="1"/>
              <a:t>github</a:t>
            </a:r>
            <a:r>
              <a:rPr lang="ja-JP" altLang="en-US" sz="1600" dirty="0"/>
              <a:t>を参照</a:t>
            </a:r>
            <a:endParaRPr lang="en-US" altLang="ja-JP" sz="1600" dirty="0"/>
          </a:p>
          <a:p>
            <a:pPr lvl="1"/>
            <a:r>
              <a:rPr lang="en-US" altLang="ja-JP" sz="1600" dirty="0"/>
              <a:t>ss : socket</a:t>
            </a:r>
            <a:r>
              <a:rPr lang="ja-JP" altLang="en-US" sz="1600" dirty="0"/>
              <a:t>を確認するために使った</a:t>
            </a:r>
            <a:endParaRPr lang="en-US" altLang="ja-JP" sz="1600" dirty="0"/>
          </a:p>
          <a:p>
            <a:pPr lvl="2"/>
            <a:r>
              <a:rPr lang="en-US" altLang="ja-JP" sz="1200" dirty="0"/>
              <a:t>-</a:t>
            </a:r>
            <a:r>
              <a:rPr lang="en-US" altLang="ja-JP" sz="1200" dirty="0" err="1"/>
              <a:t>t:TCO</a:t>
            </a:r>
            <a:r>
              <a:rPr lang="en-US" altLang="ja-JP" sz="1200" dirty="0"/>
              <a:t> sockets </a:t>
            </a:r>
            <a:r>
              <a:rPr lang="ja-JP" altLang="en-US" sz="1200" dirty="0"/>
              <a:t>の表示</a:t>
            </a:r>
            <a:endParaRPr lang="en-US" altLang="ja-JP" sz="1200" dirty="0"/>
          </a:p>
          <a:p>
            <a:pPr lvl="2"/>
            <a:r>
              <a:rPr lang="en-US" altLang="ja-JP" sz="1200" dirty="0"/>
              <a:t>-l:</a:t>
            </a:r>
            <a:r>
              <a:rPr lang="ja-JP" altLang="en-US" sz="1200" dirty="0"/>
              <a:t>受け付けている</a:t>
            </a:r>
            <a:r>
              <a:rPr lang="en-US" altLang="ja-JP" sz="1200" dirty="0" err="1"/>
              <a:t>soket</a:t>
            </a:r>
            <a:r>
              <a:rPr lang="ja-JP" altLang="en-US" sz="1200" dirty="0"/>
              <a:t>を表示</a:t>
            </a:r>
            <a:endParaRPr lang="en-US" altLang="ja-JP" sz="1200" dirty="0"/>
          </a:p>
          <a:p>
            <a:pPr lvl="2"/>
            <a:r>
              <a:rPr lang="en-US" altLang="ja-JP" sz="1200" dirty="0"/>
              <a:t>-</a:t>
            </a:r>
            <a:r>
              <a:rPr lang="en-US" altLang="ja-JP" sz="1200" dirty="0" err="1"/>
              <a:t>n:bandwith</a:t>
            </a:r>
            <a:r>
              <a:rPr lang="en-US" altLang="ja-JP" sz="1200" dirty="0"/>
              <a:t> value</a:t>
            </a:r>
            <a:r>
              <a:rPr lang="ja-JP" altLang="en-US" sz="1200"/>
              <a:t>を示す</a:t>
            </a:r>
            <a:endParaRPr lang="en-US" altLang="ja-JP" sz="1200" dirty="0"/>
          </a:p>
          <a:p>
            <a:pPr lvl="1"/>
            <a:r>
              <a:rPr lang="en-US" altLang="ja-JP" sz="1600" dirty="0" err="1"/>
              <a:t>sshd</a:t>
            </a:r>
            <a:endParaRPr lang="en-US" altLang="ja-JP" sz="1600" dirty="0"/>
          </a:p>
          <a:p>
            <a:pPr lvl="2"/>
            <a:r>
              <a:rPr lang="en-US" altLang="ja-JP" sz="1600" dirty="0"/>
              <a:t> -t:</a:t>
            </a:r>
            <a:r>
              <a:rPr lang="ja-JP" altLang="en-US" sz="1600" dirty="0"/>
              <a:t>テストモード、検証で用いる</a:t>
            </a:r>
            <a:endParaRPr lang="en-US" altLang="ja-JP" sz="1600" dirty="0"/>
          </a:p>
          <a:p>
            <a:pPr lvl="2"/>
            <a:r>
              <a:rPr lang="en-US" altLang="ja-JP" sz="1600" dirty="0"/>
              <a:t>-f &lt;</a:t>
            </a:r>
            <a:r>
              <a:rPr lang="en-US" altLang="ja-JP" sz="1600" dirty="0" err="1"/>
              <a:t>config_file</a:t>
            </a:r>
            <a:r>
              <a:rPr lang="en-US" altLang="ja-JP" sz="1600" dirty="0"/>
              <a:t>&gt;</a:t>
            </a:r>
            <a:r>
              <a:rPr lang="ja-JP" altLang="en-US" sz="1600" dirty="0"/>
              <a:t>：</a:t>
            </a:r>
            <a:r>
              <a:rPr lang="en-US" altLang="ja-JP" sz="1600" dirty="0"/>
              <a:t>configuration file</a:t>
            </a:r>
            <a:r>
              <a:rPr lang="ja-JP" altLang="en-US" sz="1600" dirty="0"/>
              <a:t>を指定する</a:t>
            </a:r>
            <a:r>
              <a:rPr lang="en-US" altLang="ja-JP" sz="1600" dirty="0"/>
              <a:t> </a:t>
            </a:r>
          </a:p>
          <a:p>
            <a:pPr lvl="2"/>
            <a:r>
              <a:rPr lang="en-US" altLang="ja-JP" sz="1600" dirty="0"/>
              <a:t>-</a:t>
            </a:r>
            <a:r>
              <a:rPr lang="en-US" altLang="ja-JP" sz="1600" dirty="0" err="1"/>
              <a:t>D:deamon</a:t>
            </a:r>
            <a:r>
              <a:rPr lang="ja-JP" altLang="en-US" sz="1600" dirty="0"/>
              <a:t>にならず、</a:t>
            </a:r>
            <a:r>
              <a:rPr lang="en-US" altLang="ja-JP" sz="1600" dirty="0" err="1"/>
              <a:t>sshd</a:t>
            </a:r>
            <a:r>
              <a:rPr lang="ja-JP" altLang="en-US" sz="1600" dirty="0"/>
              <a:t>の監視ができる</a:t>
            </a:r>
            <a:endParaRPr lang="en-US" altLang="ja-JP" sz="1600" dirty="0"/>
          </a:p>
          <a:p>
            <a:pPr lvl="2"/>
            <a:endParaRPr lang="en-US" altLang="ja-JP" sz="1600" dirty="0"/>
          </a:p>
          <a:p>
            <a:pPr lvl="1"/>
            <a:endParaRPr kumimoji="1" lang="en-US" altLang="ja-JP" sz="1600" dirty="0"/>
          </a:p>
          <a:p>
            <a:pPr lvl="1"/>
            <a:endParaRPr kumimoji="1" lang="en-US" altLang="ja-JP" sz="1600" dirty="0"/>
          </a:p>
          <a:p>
            <a:pPr lvl="1"/>
            <a:endParaRPr lang="en-US" altLang="ja-JP" sz="1600" dirty="0"/>
          </a:p>
          <a:p>
            <a:pPr lvl="1"/>
            <a:endParaRPr kumimoji="1" lang="en-US" altLang="ja-JP" sz="1600" dirty="0"/>
          </a:p>
          <a:p>
            <a:pPr lvl="1"/>
            <a:endParaRPr kumimoji="1" lang="en-US" altLang="ja-JP" sz="160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05A064-120D-1524-AC4D-DA12F00B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2025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11</a:t>
            </a:r>
            <a:r>
              <a:rPr lang="ja-JP" altLang="en-US" dirty="0"/>
              <a:t>日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C4E4E2-1F1F-ED9F-C439-0F993E52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D5346A65-B8F6-451D-2AAF-D226F6FC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en-US" altLang="ja-JP" sz="1800" dirty="0" err="1"/>
              <a:t>Openssh</a:t>
            </a:r>
            <a:r>
              <a:rPr lang="en-US" altLang="ja-JP" sz="1800" dirty="0"/>
              <a:t>-build</a:t>
            </a:r>
            <a:r>
              <a:rPr lang="ja-JP" altLang="en-US" sz="1800" dirty="0"/>
              <a:t>で</a:t>
            </a:r>
            <a:r>
              <a:rPr lang="en-US" altLang="ja-JP" sz="1800" dirty="0"/>
              <a:t>build</a:t>
            </a:r>
            <a:r>
              <a:rPr lang="ja-JP" altLang="en-US" sz="1800" dirty="0"/>
              <a:t>した</a:t>
            </a:r>
            <a:r>
              <a:rPr lang="en-US" altLang="ja-JP" sz="1800" dirty="0" err="1"/>
              <a:t>sshd</a:t>
            </a:r>
            <a:r>
              <a:rPr lang="ja-JP" altLang="en-US" sz="1800" dirty="0"/>
              <a:t>を起動接続できるか確かめてみる</a:t>
            </a:r>
            <a:endParaRPr lang="en-US" altLang="ja-JP" sz="1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0ADF50-198B-6051-5D78-6BE6C9E3A9B2}"/>
              </a:ext>
            </a:extLst>
          </p:cNvPr>
          <p:cNvSpPr txBox="1"/>
          <p:nvPr/>
        </p:nvSpPr>
        <p:spPr>
          <a:xfrm>
            <a:off x="6032555" y="1414953"/>
            <a:ext cx="5403627" cy="477053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Arial Narrow" panose="020B0606020202030204" pitchFamily="34" charset="0"/>
              </a:rPr>
              <a:t>ssh</a:t>
            </a:r>
            <a:r>
              <a:rPr lang="ja-JP" altLang="en-US" sz="1600" dirty="0">
                <a:latin typeface="Arial Narrow" panose="020B0606020202030204" pitchFamily="34" charset="0"/>
              </a:rPr>
              <a:t>の</a:t>
            </a:r>
            <a:r>
              <a:rPr lang="en-US" altLang="ja-JP" sz="1600" dirty="0">
                <a:latin typeface="Arial Narrow" panose="020B0606020202030204" pitchFamily="34" charset="0"/>
              </a:rPr>
              <a:t>server</a:t>
            </a:r>
            <a:r>
              <a:rPr lang="ja-JP" altLang="en-US" sz="1600" dirty="0">
                <a:latin typeface="Arial Narrow" panose="020B0606020202030204" pitchFamily="34" charset="0"/>
              </a:rPr>
              <a:t>側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status </a:t>
            </a:r>
            <a:r>
              <a:rPr lang="en-US" altLang="ja-JP" sz="1600" dirty="0" err="1">
                <a:latin typeface="Arial Narrow" panose="020B0606020202030204" pitchFamily="34" charset="0"/>
              </a:rPr>
              <a:t>ssh.socket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 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stop ssh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$ss –</a:t>
            </a:r>
            <a:r>
              <a:rPr lang="en-US" altLang="ja-JP" sz="1600" dirty="0" err="1">
                <a:latin typeface="Arial Narrow" panose="020B0606020202030204" pitchFamily="34" charset="0"/>
              </a:rPr>
              <a:t>tul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22</a:t>
            </a:r>
            <a:r>
              <a:rPr lang="ja-JP" altLang="en-US" sz="1600" dirty="0">
                <a:latin typeface="Arial Narrow" panose="020B0606020202030204" pitchFamily="34" charset="0"/>
              </a:rPr>
              <a:t>番ポートが閉じていることを確認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cp 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r>
              <a:rPr lang="en-US" altLang="ja-JP" sz="1600" dirty="0">
                <a:latin typeface="Arial Narrow" panose="020B0606020202030204" pitchFamily="34" charset="0"/>
              </a:rPr>
              <a:t>/ssh/</a:t>
            </a:r>
            <a:r>
              <a:rPr lang="en-US" altLang="ja-JP" sz="1600" dirty="0" err="1">
                <a:latin typeface="Arial Narrow" panose="020B0606020202030204" pitchFamily="34" charset="0"/>
              </a:rPr>
              <a:t>ssh_host</a:t>
            </a:r>
            <a:r>
              <a:rPr lang="en-US" altLang="ja-JP" sz="1600" dirty="0">
                <a:latin typeface="Arial Narrow" panose="020B0606020202030204" pitchFamily="34" charset="0"/>
              </a:rPr>
              <a:t>*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$cd </a:t>
            </a:r>
            <a:r>
              <a:rPr lang="en-US" altLang="ja-JP" sz="1600" dirty="0" err="1">
                <a:latin typeface="Arial Narrow" panose="020B0606020202030204" pitchFamily="34" charset="0"/>
              </a:rPr>
              <a:t>openssh</a:t>
            </a:r>
            <a:r>
              <a:rPr lang="en-US" altLang="ja-JP" sz="1600" dirty="0">
                <a:latin typeface="Arial Narrow" panose="020B0606020202030204" pitchFamily="34" charset="0"/>
              </a:rPr>
              <a:t>-portable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cp </a:t>
            </a:r>
            <a:r>
              <a:rPr lang="en-US" altLang="ja-JP" sz="1600" dirty="0" err="1">
                <a:latin typeface="Arial Narrow" panose="020B0606020202030204" pitchFamily="34" charset="0"/>
              </a:rPr>
              <a:t>sshd</a:t>
            </a:r>
            <a:r>
              <a:rPr lang="en-US" altLang="ja-JP" sz="1600" dirty="0">
                <a:latin typeface="Arial Narrow" panose="020B0606020202030204" pitchFamily="34" charset="0"/>
              </a:rPr>
              <a:t> /user/local/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sbin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mkdir</a:t>
            </a:r>
            <a:r>
              <a:rPr lang="en-US" altLang="ja-JP" sz="1600" dirty="0">
                <a:latin typeface="Arial Narrow" panose="020B0606020202030204" pitchFamily="34" charset="0"/>
              </a:rPr>
              <a:t> –p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libexc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mkdir</a:t>
            </a:r>
            <a:r>
              <a:rPr lang="en-US" altLang="ja-JP" sz="1600" dirty="0">
                <a:latin typeface="Arial Narrow" panose="020B0606020202030204" pitchFamily="34" charset="0"/>
              </a:rPr>
              <a:t> –p /var/empty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cp </a:t>
            </a:r>
            <a:r>
              <a:rPr lang="en-US" altLang="ja-JP" sz="1600" dirty="0" err="1">
                <a:latin typeface="Arial Narrow" panose="020B0606020202030204" pitchFamily="34" charset="0"/>
              </a:rPr>
              <a:t>sshd</a:t>
            </a:r>
            <a:r>
              <a:rPr lang="en-US" altLang="ja-JP" sz="1600" dirty="0">
                <a:latin typeface="Arial Narrow" panose="020B0606020202030204" pitchFamily="34" charset="0"/>
              </a:rPr>
              <a:t>-session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libexc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cp </a:t>
            </a:r>
            <a:r>
              <a:rPr lang="en-US" altLang="ja-JP" sz="1600" dirty="0" err="1">
                <a:latin typeface="Arial Narrow" panose="020B0606020202030204" pitchFamily="34" charset="0"/>
              </a:rPr>
              <a:t>sshd</a:t>
            </a:r>
            <a:r>
              <a:rPr lang="en-US" altLang="ja-JP" sz="1600" dirty="0">
                <a:latin typeface="Arial Narrow" panose="020B0606020202030204" pitchFamily="34" charset="0"/>
              </a:rPr>
              <a:t>-auth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libexec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$vi </a:t>
            </a:r>
            <a:r>
              <a:rPr lang="en-US" altLang="ja-JP" sz="1600" dirty="0" err="1">
                <a:latin typeface="Arial Narrow" panose="020B0606020202030204" pitchFamily="34" charset="0"/>
              </a:rPr>
              <a:t>sshd_config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cp </a:t>
            </a:r>
            <a:r>
              <a:rPr lang="en-US" altLang="ja-JP" sz="1600" dirty="0" err="1">
                <a:latin typeface="Arial Narrow" panose="020B0606020202030204" pitchFamily="34" charset="0"/>
              </a:rPr>
              <a:t>sshd_config</a:t>
            </a:r>
            <a:r>
              <a:rPr lang="en-US" altLang="ja-JP" sz="1600" dirty="0">
                <a:latin typeface="Arial Narrow" panose="020B0606020202030204" pitchFamily="34" charset="0"/>
              </a:rPr>
              <a:t>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sbin</a:t>
            </a:r>
            <a:r>
              <a:rPr lang="en-US" altLang="ja-JP" sz="1600" dirty="0">
                <a:latin typeface="Arial Narrow" panose="020B0606020202030204" pitchFamily="34" charset="0"/>
              </a:rPr>
              <a:t>/</a:t>
            </a:r>
            <a:r>
              <a:rPr lang="en-US" altLang="ja-JP" sz="1600" dirty="0" err="1">
                <a:latin typeface="Arial Narrow" panose="020B0606020202030204" pitchFamily="34" charset="0"/>
              </a:rPr>
              <a:t>sshd</a:t>
            </a:r>
            <a:r>
              <a:rPr lang="en-US" altLang="ja-JP" sz="1600" dirty="0">
                <a:latin typeface="Arial Narrow" panose="020B0606020202030204" pitchFamily="34" charset="0"/>
              </a:rPr>
              <a:t> –t –f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r>
              <a:rPr lang="en-US" altLang="ja-JP" sz="1600" dirty="0">
                <a:latin typeface="Arial Narrow" panose="020B0606020202030204" pitchFamily="34" charset="0"/>
              </a:rPr>
              <a:t>/</a:t>
            </a:r>
            <a:r>
              <a:rPr lang="en-US" altLang="ja-JP" sz="1600" dirty="0" err="1">
                <a:latin typeface="Arial Narrow" panose="020B0606020202030204" pitchFamily="34" charset="0"/>
              </a:rPr>
              <a:t>sshd_config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 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sbin</a:t>
            </a:r>
            <a:r>
              <a:rPr lang="en-US" altLang="ja-JP" sz="1600" dirty="0">
                <a:latin typeface="Arial Narrow" panose="020B0606020202030204" pitchFamily="34" charset="0"/>
              </a:rPr>
              <a:t>/</a:t>
            </a:r>
            <a:r>
              <a:rPr lang="en-US" altLang="ja-JP" sz="1600" dirty="0" err="1">
                <a:latin typeface="Arial Narrow" panose="020B0606020202030204" pitchFamily="34" charset="0"/>
              </a:rPr>
              <a:t>sshd</a:t>
            </a:r>
            <a:r>
              <a:rPr lang="en-US" altLang="ja-JP" sz="1600" dirty="0">
                <a:latin typeface="Arial Narrow" panose="020B0606020202030204" pitchFamily="34" charset="0"/>
              </a:rPr>
              <a:t> -D -f /</a:t>
            </a:r>
            <a:r>
              <a:rPr lang="en-US" altLang="ja-JP" sz="1600" dirty="0" err="1">
                <a:latin typeface="Arial Narrow" panose="020B0606020202030204" pitchFamily="34" charset="0"/>
              </a:rPr>
              <a:t>usr</a:t>
            </a:r>
            <a:r>
              <a:rPr lang="en-US" altLang="ja-JP" sz="1600" dirty="0">
                <a:latin typeface="Arial Narrow" panose="020B0606020202030204" pitchFamily="34" charset="0"/>
              </a:rPr>
              <a:t>/local/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r>
              <a:rPr lang="en-US" altLang="ja-JP" sz="1600" dirty="0">
                <a:latin typeface="Arial Narrow" panose="020B0606020202030204" pitchFamily="34" charset="0"/>
              </a:rPr>
              <a:t>/</a:t>
            </a:r>
            <a:r>
              <a:rPr lang="en-US" altLang="ja-JP" sz="1600" dirty="0" err="1">
                <a:latin typeface="Arial Narrow" panose="020B0606020202030204" pitchFamily="34" charset="0"/>
              </a:rPr>
              <a:t>sshd_config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ssh</a:t>
            </a:r>
            <a:r>
              <a:rPr lang="ja-JP" altLang="en-US" sz="1600" dirty="0">
                <a:latin typeface="Arial Narrow" panose="020B0606020202030204" pitchFamily="34" charset="0"/>
              </a:rPr>
              <a:t>のクライアント側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$ssh –</a:t>
            </a:r>
            <a:r>
              <a:rPr lang="en-US" altLang="ja-JP" sz="1600" dirty="0" err="1">
                <a:latin typeface="Arial Narrow" panose="020B0606020202030204" pitchFamily="34" charset="0"/>
              </a:rPr>
              <a:t>i</a:t>
            </a:r>
            <a:r>
              <a:rPr lang="en-US" altLang="ja-JP" sz="1600" dirty="0">
                <a:latin typeface="Arial Narrow" panose="020B0606020202030204" pitchFamily="34" charset="0"/>
              </a:rPr>
              <a:t> ~/.ssh/</a:t>
            </a:r>
            <a:r>
              <a:rPr lang="en-US" altLang="ja-JP" sz="1600" dirty="0" err="1">
                <a:latin typeface="Arial Narrow" panose="020B0606020202030204" pitchFamily="34" charset="0"/>
              </a:rPr>
              <a:t>test_cert</a:t>
            </a:r>
            <a:r>
              <a:rPr lang="en-US" altLang="ja-JP" sz="1600" dirty="0">
                <a:latin typeface="Arial Narrow" panose="020B0606020202030204" pitchFamily="34" charset="0"/>
              </a:rPr>
              <a:t> –p 2222 </a:t>
            </a:r>
            <a:r>
              <a:rPr lang="en-US" altLang="ja-JP" sz="1600" dirty="0" err="1">
                <a:latin typeface="Arial Narrow" panose="020B0606020202030204" pitchFamily="34" charset="0"/>
              </a:rPr>
              <a:t>ubuntu@localhost</a:t>
            </a:r>
            <a:endParaRPr lang="en-US" altLang="ja-JP" sz="1600" dirty="0">
              <a:latin typeface="Arial Narrow" panose="020B060602020203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D16AF5-E6D6-8629-F57A-00F1ECBE0767}"/>
              </a:ext>
            </a:extLst>
          </p:cNvPr>
          <p:cNvSpPr txBox="1"/>
          <p:nvPr/>
        </p:nvSpPr>
        <p:spPr>
          <a:xfrm>
            <a:off x="3183722" y="6352271"/>
            <a:ext cx="6294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https://github.com/shunsuke101/</a:t>
            </a:r>
            <a:r>
              <a:rPr lang="en-US" altLang="ja-JP" dirty="0" err="1">
                <a:latin typeface="Arial Narrow" panose="020B0606020202030204" pitchFamily="34" charset="0"/>
                <a:hlinkClick r:id="rId2"/>
              </a:rPr>
              <a:t>openssh_attestation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/tree/main</a:t>
            </a:r>
            <a:endParaRPr lang="en-US" altLang="ja-JP" dirty="0">
              <a:latin typeface="Arial Narrow" panose="020B0606020202030204" pitchFamily="34" charset="0"/>
            </a:endParaRPr>
          </a:p>
          <a:p>
            <a:endParaRPr lang="en-US" altLang="ja-JP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96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9D7A-4A75-4304-8814-9011BFB6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3D7F204-10B0-8790-37B5-C69969DD4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6627"/>
            <a:ext cx="5560141" cy="4764782"/>
          </a:xfrm>
        </p:spPr>
        <p:txBody>
          <a:bodyPr>
            <a:normAutofit/>
          </a:bodyPr>
          <a:lstStyle/>
          <a:p>
            <a:pPr lvl="1"/>
            <a:r>
              <a:rPr lang="en-US" altLang="ja-JP" sz="1600" dirty="0" err="1"/>
              <a:t>s</a:t>
            </a:r>
            <a:r>
              <a:rPr kumimoji="1" lang="en-US" altLang="ja-JP" sz="1600" dirty="0" err="1"/>
              <a:t>sh.service</a:t>
            </a:r>
            <a:r>
              <a:rPr kumimoji="1" lang="ja-JP" altLang="en-US" sz="1600" dirty="0"/>
              <a:t>は、</a:t>
            </a:r>
            <a:r>
              <a:rPr kumimoji="1" lang="en-US" altLang="ja-JP" sz="1600" dirty="0" err="1"/>
              <a:t>github</a:t>
            </a:r>
            <a:r>
              <a:rPr kumimoji="1" lang="ja-JP" altLang="en-US" sz="1600" dirty="0"/>
              <a:t>を参照</a:t>
            </a:r>
            <a:endParaRPr kumimoji="1" lang="en-US" altLang="ja-JP" sz="1600" dirty="0"/>
          </a:p>
          <a:p>
            <a:pPr lvl="1"/>
            <a:r>
              <a:rPr kumimoji="1" lang="en-US" altLang="ja-JP" sz="1600" dirty="0"/>
              <a:t>/</a:t>
            </a:r>
            <a:r>
              <a:rPr kumimoji="1" lang="en-US" altLang="ja-JP" sz="1600" dirty="0" err="1"/>
              <a:t>usr</a:t>
            </a:r>
            <a:r>
              <a:rPr kumimoji="1" lang="en-US" altLang="ja-JP" sz="1600" dirty="0"/>
              <a:t>/lib/system/system</a:t>
            </a:r>
            <a:r>
              <a:rPr kumimoji="1" lang="ja-JP" altLang="en-US" sz="1600" dirty="0"/>
              <a:t>：これが</a:t>
            </a:r>
            <a:r>
              <a:rPr kumimoji="1" lang="en-US" altLang="ja-JP" sz="1600" dirty="0" err="1"/>
              <a:t>defalt</a:t>
            </a:r>
            <a:r>
              <a:rPr kumimoji="1" lang="ja-JP" altLang="en-US" sz="1600" dirty="0"/>
              <a:t>の</a:t>
            </a:r>
            <a:r>
              <a:rPr kumimoji="1" lang="en-US" altLang="ja-JP" sz="1600" dirty="0" err="1"/>
              <a:t>systemd</a:t>
            </a:r>
            <a:r>
              <a:rPr kumimoji="1" lang="ja-JP" altLang="en-US" sz="1600" dirty="0"/>
              <a:t>では、</a:t>
            </a:r>
            <a:r>
              <a:rPr kumimoji="1" lang="en-US" altLang="ja-JP" sz="1600" dirty="0"/>
              <a:t>load</a:t>
            </a:r>
            <a:r>
              <a:rPr kumimoji="1" lang="ja-JP" altLang="en-US" sz="1600" dirty="0"/>
              <a:t>されている</a:t>
            </a:r>
            <a:endParaRPr kumimoji="1" lang="en-US" altLang="ja-JP" sz="1600" dirty="0"/>
          </a:p>
          <a:p>
            <a:pPr lvl="1"/>
            <a:r>
              <a:rPr kumimoji="1" lang="en-US" altLang="ja-JP" sz="1600" dirty="0"/>
              <a:t>/</a:t>
            </a:r>
            <a:r>
              <a:rPr kumimoji="1" lang="en-US" altLang="ja-JP" sz="1600" dirty="0" err="1"/>
              <a:t>etc</a:t>
            </a:r>
            <a:r>
              <a:rPr kumimoji="1" lang="en-US" altLang="ja-JP" sz="1600" dirty="0"/>
              <a:t>/system/system</a:t>
            </a:r>
            <a:r>
              <a:rPr kumimoji="1" lang="ja-JP" altLang="en-US" sz="1600" dirty="0"/>
              <a:t>：ここにカスタムの</a:t>
            </a:r>
            <a:r>
              <a:rPr kumimoji="1" lang="en-US" altLang="ja-JP" sz="1600" dirty="0" err="1"/>
              <a:t>ssh.service</a:t>
            </a:r>
            <a:r>
              <a:rPr kumimoji="1" lang="ja-JP" altLang="en-US" sz="1600" dirty="0"/>
              <a:t>を配置する</a:t>
            </a:r>
            <a:endParaRPr kumimoji="1" lang="en-US" altLang="ja-JP" sz="1600" dirty="0"/>
          </a:p>
          <a:p>
            <a:pPr lvl="1"/>
            <a:r>
              <a:rPr lang="en-US" altLang="ja-JP" sz="1600" dirty="0" err="1"/>
              <a:t>s</a:t>
            </a:r>
            <a:r>
              <a:rPr kumimoji="1" lang="en-US" altLang="ja-JP" sz="1600" dirty="0" err="1"/>
              <a:t>ystemctl</a:t>
            </a:r>
            <a:endParaRPr kumimoji="1" lang="en-US" altLang="ja-JP" sz="1600" dirty="0"/>
          </a:p>
          <a:p>
            <a:pPr lvl="2"/>
            <a:r>
              <a:rPr lang="en-US" altLang="ja-JP" sz="1600" dirty="0"/>
              <a:t>start [pattern]:units</a:t>
            </a:r>
            <a:r>
              <a:rPr lang="ja-JP" altLang="en-US" sz="1600" dirty="0"/>
              <a:t>を始める</a:t>
            </a:r>
            <a:endParaRPr kumimoji="1" lang="en-US" altLang="ja-JP" sz="1600" dirty="0"/>
          </a:p>
          <a:p>
            <a:pPr lvl="2"/>
            <a:r>
              <a:rPr lang="en-US" altLang="ja-JP" sz="1600" dirty="0"/>
              <a:t>stop [pattern]:unit</a:t>
            </a:r>
            <a:r>
              <a:rPr lang="ja-JP" altLang="en-US" sz="1600" dirty="0"/>
              <a:t>を止める</a:t>
            </a:r>
            <a:endParaRPr lang="en-US" altLang="ja-JP" sz="1600" dirty="0"/>
          </a:p>
          <a:p>
            <a:pPr lvl="2"/>
            <a:r>
              <a:rPr lang="en-US" altLang="ja-JP" sz="1600" dirty="0"/>
              <a:t>able/disable [pattern]:</a:t>
            </a:r>
          </a:p>
          <a:p>
            <a:pPr lvl="2"/>
            <a:r>
              <a:rPr lang="en-US" altLang="ja-JP" sz="1600" dirty="0" err="1"/>
              <a:t>d</a:t>
            </a:r>
            <a:r>
              <a:rPr kumimoji="1" lang="en-US" altLang="ja-JP" sz="1600" dirty="0" err="1"/>
              <a:t>aemon-reload:system</a:t>
            </a:r>
            <a:r>
              <a:rPr kumimoji="1" lang="en-US" altLang="ja-JP" sz="1600" dirty="0"/>
              <a:t> manager configuration</a:t>
            </a:r>
            <a:r>
              <a:rPr kumimoji="1" lang="ja-JP" altLang="en-US" sz="1600" dirty="0"/>
              <a:t>を</a:t>
            </a:r>
            <a:r>
              <a:rPr lang="en-US" altLang="ja-JP" sz="1600" dirty="0"/>
              <a:t>Reload</a:t>
            </a:r>
            <a:r>
              <a:rPr lang="ja-JP" altLang="en-US" sz="1600" dirty="0"/>
              <a:t>する</a:t>
            </a:r>
            <a:endParaRPr lang="en-US" altLang="ja-JP" sz="1600" dirty="0"/>
          </a:p>
          <a:p>
            <a:pPr lvl="2"/>
            <a:r>
              <a:rPr lang="en-US" altLang="ja-JP" sz="1600" dirty="0"/>
              <a:t>r</a:t>
            </a:r>
            <a:r>
              <a:rPr kumimoji="1" lang="en-US" altLang="ja-JP" sz="1600" dirty="0"/>
              <a:t>eset-failed [pattern]: failed state</a:t>
            </a:r>
            <a:r>
              <a:rPr kumimoji="1" lang="ja-JP" altLang="en-US" sz="1600" dirty="0"/>
              <a:t>を</a:t>
            </a:r>
            <a:r>
              <a:rPr kumimoji="1" lang="en-US" altLang="ja-JP" sz="1600" dirty="0" err="1"/>
              <a:t>Restet</a:t>
            </a:r>
            <a:r>
              <a:rPr kumimoji="1" lang="ja-JP" altLang="en-US" sz="1600" dirty="0"/>
              <a:t>する</a:t>
            </a:r>
            <a:endParaRPr kumimoji="1" lang="en-US" altLang="ja-JP" sz="160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510AF9-159F-C023-E5D8-90BBAA2F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2025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11</a:t>
            </a:r>
            <a:r>
              <a:rPr lang="ja-JP" altLang="en-US" dirty="0"/>
              <a:t>日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5EE80E-DD54-3469-1F1F-15225B67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47987713-4552-B0E8-F184-FC0666CB3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en-US" altLang="ja-JP" sz="1800" dirty="0" err="1"/>
              <a:t>openssh</a:t>
            </a:r>
            <a:r>
              <a:rPr lang="en-US" altLang="ja-JP" sz="1800" dirty="0"/>
              <a:t>-build</a:t>
            </a:r>
            <a:r>
              <a:rPr lang="ja-JP" altLang="en-US" sz="1800" dirty="0"/>
              <a:t>で</a:t>
            </a:r>
            <a:r>
              <a:rPr lang="en-US" altLang="ja-JP" sz="1800" dirty="0"/>
              <a:t>build</a:t>
            </a:r>
            <a:r>
              <a:rPr lang="ja-JP" altLang="en-US" sz="1800" dirty="0"/>
              <a:t>した</a:t>
            </a:r>
            <a:r>
              <a:rPr lang="en-US" altLang="ja-JP" sz="1800" dirty="0" err="1"/>
              <a:t>sshd</a:t>
            </a:r>
            <a:r>
              <a:rPr lang="ja-JP" altLang="en-US" sz="1800" dirty="0"/>
              <a:t>を</a:t>
            </a:r>
            <a:r>
              <a:rPr lang="en-US" altLang="ja-JP" sz="1800" dirty="0" err="1"/>
              <a:t>systemd</a:t>
            </a:r>
            <a:r>
              <a:rPr lang="ja-JP" altLang="en-US" sz="1800" dirty="0"/>
              <a:t>で管理する</a:t>
            </a:r>
            <a:endParaRPr lang="en-US" altLang="ja-JP" sz="1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D4CB5D-1574-6F89-5005-2B5AF44BD65A}"/>
              </a:ext>
            </a:extLst>
          </p:cNvPr>
          <p:cNvSpPr txBox="1"/>
          <p:nvPr/>
        </p:nvSpPr>
        <p:spPr>
          <a:xfrm>
            <a:off x="6087927" y="1366028"/>
            <a:ext cx="5403627" cy="304698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Arial Narrow" panose="020B0606020202030204" pitchFamily="34" charset="0"/>
              </a:rPr>
              <a:t>$ cd  ~/</a:t>
            </a:r>
            <a:r>
              <a:rPr lang="en-US" altLang="ja-JP" sz="1600" dirty="0" err="1">
                <a:latin typeface="Arial Narrow" panose="020B0606020202030204" pitchFamily="34" charset="0"/>
              </a:rPr>
              <a:t>openssh</a:t>
            </a:r>
            <a:r>
              <a:rPr lang="en-US" altLang="ja-JP" sz="1600" dirty="0">
                <a:latin typeface="Arial Narrow" panose="020B0606020202030204" pitchFamily="34" charset="0"/>
              </a:rPr>
              <a:t>-portable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$vi </a:t>
            </a:r>
            <a:r>
              <a:rPr lang="en-US" altLang="ja-JP" sz="1600" dirty="0" err="1">
                <a:latin typeface="Arial Narrow" panose="020B0606020202030204" pitchFamily="34" charset="0"/>
              </a:rPr>
              <a:t>ssh.service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cp </a:t>
            </a:r>
            <a:r>
              <a:rPr lang="en-US" altLang="ja-JP" sz="1600" dirty="0" err="1">
                <a:latin typeface="Arial Narrow" panose="020B0606020202030204" pitchFamily="34" charset="0"/>
              </a:rPr>
              <a:t>ssh.service</a:t>
            </a:r>
            <a:r>
              <a:rPr lang="en-US" altLang="ja-JP" sz="1600" dirty="0">
                <a:latin typeface="Arial Narrow" panose="020B0606020202030204" pitchFamily="34" charset="0"/>
              </a:rPr>
              <a:t> /</a:t>
            </a:r>
            <a:r>
              <a:rPr lang="en-US" altLang="ja-JP" sz="1600" dirty="0" err="1">
                <a:latin typeface="Arial Narrow" panose="020B0606020202030204" pitchFamily="34" charset="0"/>
              </a:rPr>
              <a:t>etc</a:t>
            </a:r>
            <a:r>
              <a:rPr lang="en-US" altLang="ja-JP" sz="1600" dirty="0">
                <a:latin typeface="Arial Narrow" panose="020B0606020202030204" pitchFamily="34" charset="0"/>
              </a:rPr>
              <a:t>/system/system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stop ssh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disable </a:t>
            </a:r>
            <a:r>
              <a:rPr lang="en-US" altLang="ja-JP" sz="1600" dirty="0" err="1">
                <a:latin typeface="Arial Narrow" panose="020B0606020202030204" pitchFamily="34" charset="0"/>
              </a:rPr>
              <a:t>ssh.socket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$ss –</a:t>
            </a:r>
            <a:r>
              <a:rPr lang="en-US" altLang="ja-JP" sz="1600" dirty="0" err="1">
                <a:latin typeface="Arial Narrow" panose="020B0606020202030204" pitchFamily="34" charset="0"/>
              </a:rPr>
              <a:t>tupln</a:t>
            </a:r>
            <a:r>
              <a:rPr lang="en-US" altLang="ja-JP" sz="1600" dirty="0">
                <a:latin typeface="Arial Narrow" panose="020B0606020202030204" pitchFamily="34" charset="0"/>
              </a:rPr>
              <a:t> -&gt;22 </a:t>
            </a:r>
            <a:r>
              <a:rPr lang="ja-JP" altLang="en-US" sz="1600" dirty="0">
                <a:latin typeface="Arial Narrow" panose="020B0606020202030204" pitchFamily="34" charset="0"/>
              </a:rPr>
              <a:t>番ポートがないことを確認する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daemon-reload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start ssh</a:t>
            </a: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enable ssh</a:t>
            </a:r>
          </a:p>
          <a:p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Failed</a:t>
            </a:r>
            <a:r>
              <a:rPr lang="ja-JP" altLang="en-US" sz="1600" dirty="0">
                <a:latin typeface="Arial Narrow" panose="020B0606020202030204" pitchFamily="34" charset="0"/>
              </a:rPr>
              <a:t>した場合</a:t>
            </a:r>
            <a:endParaRPr lang="en-US" altLang="ja-JP" sz="1600" dirty="0">
              <a:latin typeface="Arial Narrow" panose="020B0606020202030204" pitchFamily="34" charset="0"/>
            </a:endParaRPr>
          </a:p>
          <a:p>
            <a:r>
              <a:rPr lang="en-US" altLang="ja-JP" sz="1600" dirty="0">
                <a:latin typeface="Arial Narrow" panose="020B0606020202030204" pitchFamily="34" charset="0"/>
              </a:rPr>
              <a:t>$</a:t>
            </a:r>
            <a:r>
              <a:rPr lang="en-US" altLang="ja-JP" sz="1600" dirty="0" err="1">
                <a:latin typeface="Arial Narrow" panose="020B0606020202030204" pitchFamily="34" charset="0"/>
              </a:rPr>
              <a:t>sudo</a:t>
            </a:r>
            <a:r>
              <a:rPr lang="en-US" altLang="ja-JP" sz="1600" dirty="0">
                <a:latin typeface="Arial Narrow" panose="020B0606020202030204" pitchFamily="34" charset="0"/>
              </a:rPr>
              <a:t> </a:t>
            </a:r>
            <a:r>
              <a:rPr lang="en-US" altLang="ja-JP" sz="1600" dirty="0" err="1">
                <a:latin typeface="Arial Narrow" panose="020B0606020202030204" pitchFamily="34" charset="0"/>
              </a:rPr>
              <a:t>systemctl</a:t>
            </a:r>
            <a:r>
              <a:rPr lang="en-US" altLang="ja-JP" sz="1600" dirty="0">
                <a:latin typeface="Arial Narrow" panose="020B0606020202030204" pitchFamily="34" charset="0"/>
              </a:rPr>
              <a:t> reset-</a:t>
            </a:r>
            <a:r>
              <a:rPr lang="en-US" altLang="ja-JP" sz="1600" dirty="0" err="1">
                <a:latin typeface="Arial Narrow" panose="020B0606020202030204" pitchFamily="34" charset="0"/>
              </a:rPr>
              <a:t>faild</a:t>
            </a:r>
            <a:r>
              <a:rPr lang="en-US" altLang="ja-JP" sz="1600" dirty="0">
                <a:latin typeface="Arial Narrow" panose="020B0606020202030204" pitchFamily="34" charset="0"/>
              </a:rPr>
              <a:t> ssh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1B571BF-13A0-548D-DEEB-45638E6B604C}"/>
              </a:ext>
            </a:extLst>
          </p:cNvPr>
          <p:cNvSpPr txBox="1"/>
          <p:nvPr/>
        </p:nvSpPr>
        <p:spPr>
          <a:xfrm>
            <a:off x="3031854" y="6346754"/>
            <a:ext cx="6112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https://github.com/shunsuke101/</a:t>
            </a:r>
            <a:r>
              <a:rPr lang="en-US" altLang="ja-JP" dirty="0" err="1">
                <a:latin typeface="Arial Narrow" panose="020B0606020202030204" pitchFamily="34" charset="0"/>
                <a:hlinkClick r:id="rId2"/>
              </a:rPr>
              <a:t>openssh_attestation</a:t>
            </a:r>
            <a:r>
              <a:rPr lang="en-US" altLang="ja-JP" dirty="0">
                <a:latin typeface="Arial Narrow" panose="020B0606020202030204" pitchFamily="34" charset="0"/>
                <a:hlinkClick r:id="rId2"/>
              </a:rPr>
              <a:t>/tree/main</a:t>
            </a:r>
            <a:endParaRPr lang="en-US" altLang="ja-JP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89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2D23-6E08-4D0C-0640-3B1401AC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0B6AB12-340A-9CE5-C154-A6E509051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476627"/>
            <a:ext cx="8510632" cy="4764782"/>
          </a:xfrm>
        </p:spPr>
        <p:txBody>
          <a:bodyPr>
            <a:normAutofit/>
          </a:bodyPr>
          <a:lstStyle/>
          <a:p>
            <a:pPr lvl="1"/>
            <a:r>
              <a:rPr lang="en-US" altLang="ja-JP" dirty="0"/>
              <a:t>tpm2_checkquote()</a:t>
            </a:r>
            <a:r>
              <a:rPr lang="ja-JP" altLang="en-US" dirty="0"/>
              <a:t>のプログラムを書き、</a:t>
            </a:r>
            <a:r>
              <a:rPr lang="en-US" altLang="ja-JP" dirty="0" err="1"/>
              <a:t>systemd</a:t>
            </a:r>
            <a:r>
              <a:rPr lang="ja-JP" altLang="en-US" dirty="0"/>
              <a:t>のなかでとりあえず、</a:t>
            </a:r>
            <a:r>
              <a:rPr lang="en-US" altLang="ja-JP" dirty="0"/>
              <a:t>”</a:t>
            </a:r>
            <a:r>
              <a:rPr lang="en-US" altLang="ja-JP" dirty="0" err="1"/>
              <a:t>verifiy</a:t>
            </a:r>
            <a:r>
              <a:rPr lang="en-US" altLang="ja-JP" dirty="0"/>
              <a:t> ok”</a:t>
            </a:r>
            <a:r>
              <a:rPr lang="ja-JP" altLang="en-US"/>
              <a:t>みたいな出力ができるようになる。</a:t>
            </a:r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3A07BF-4F7C-B3C2-FAAD-2AAECC47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/>
              <a:t>2026/5/31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44326C-2823-1E85-8BA8-A7E364A6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60E84021-5735-E17A-1B03-8CF4DD600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ja-JP" altLang="en-US" sz="1800" dirty="0"/>
              <a:t>今後やるべきこと</a:t>
            </a:r>
            <a:endParaRPr lang="en-US" altLang="ja-JP" sz="1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6BDA473-6C84-B5C5-E1F5-B8DE77B0A64B}"/>
              </a:ext>
            </a:extLst>
          </p:cNvPr>
          <p:cNvSpPr txBox="1"/>
          <p:nvPr/>
        </p:nvSpPr>
        <p:spPr>
          <a:xfrm>
            <a:off x="5661451" y="6209088"/>
            <a:ext cx="5160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:a</a:t>
            </a:r>
          </a:p>
        </p:txBody>
      </p:sp>
    </p:spTree>
    <p:extLst>
      <p:ext uri="{BB962C8B-B14F-4D97-AF65-F5344CB8AC3E}">
        <p14:creationId xmlns:p14="http://schemas.microsoft.com/office/powerpoint/2010/main" val="4039339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600D-997A-DD63-1B47-45EA99B9E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C8C5E4A-BA20-B2EF-126B-F5382CB8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476627"/>
            <a:ext cx="8510632" cy="4764782"/>
          </a:xfrm>
        </p:spPr>
        <p:txBody>
          <a:bodyPr>
            <a:normAutofit/>
          </a:bodyPr>
          <a:lstStyle/>
          <a:p>
            <a:pPr lvl="1"/>
            <a:r>
              <a:rPr lang="ja-JP" altLang="en-US" dirty="0"/>
              <a:t>あ</a:t>
            </a:r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468361-D24E-F377-9E0E-EEEE9E80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 altLang="ja-JP" dirty="0"/>
              <a:t>2025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11</a:t>
            </a:r>
            <a:r>
              <a:rPr lang="ja-JP" altLang="en-US" dirty="0"/>
              <a:t>日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BFDE32-5742-5E24-8434-69C0B869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DB676EA5-8CD9-FB80-3D32-29E98580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7" y="180638"/>
            <a:ext cx="8510632" cy="821312"/>
          </a:xfrm>
        </p:spPr>
        <p:txBody>
          <a:bodyPr>
            <a:normAutofit/>
          </a:bodyPr>
          <a:lstStyle/>
          <a:p>
            <a:pPr algn="l"/>
            <a:r>
              <a:rPr lang="ja-JP" altLang="en-US" sz="1800" dirty="0"/>
              <a:t>あ</a:t>
            </a:r>
            <a:endParaRPr lang="en-US" altLang="ja-JP" sz="1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D2C782-FDF0-10C4-55CE-EE402454382D}"/>
              </a:ext>
            </a:extLst>
          </p:cNvPr>
          <p:cNvSpPr txBox="1"/>
          <p:nvPr/>
        </p:nvSpPr>
        <p:spPr>
          <a:xfrm>
            <a:off x="5661451" y="506205"/>
            <a:ext cx="5403627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Arial Narrow" panose="020B0606020202030204" pitchFamily="34" charset="0"/>
              </a:rPr>
              <a:t>$ a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7415EB-F3CB-5115-8F33-70519704A2EB}"/>
              </a:ext>
            </a:extLst>
          </p:cNvPr>
          <p:cNvSpPr txBox="1"/>
          <p:nvPr/>
        </p:nvSpPr>
        <p:spPr>
          <a:xfrm>
            <a:off x="5661451" y="6209088"/>
            <a:ext cx="5160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Arial Narrow" panose="020B0606020202030204" pitchFamily="34" charset="0"/>
              </a:rPr>
              <a:t>参照</a:t>
            </a:r>
            <a:r>
              <a:rPr lang="en-US" altLang="ja-JP" dirty="0">
                <a:latin typeface="Arial Narrow" panose="020B0606020202030204" pitchFamily="34" charset="0"/>
              </a:rPr>
              <a:t>:a</a:t>
            </a:r>
          </a:p>
        </p:txBody>
      </p:sp>
    </p:spTree>
    <p:extLst>
      <p:ext uri="{BB962C8B-B14F-4D97-AF65-F5344CB8AC3E}">
        <p14:creationId xmlns:p14="http://schemas.microsoft.com/office/powerpoint/2010/main" val="163330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094A7F03E0EEF429305A5CE57F648A1" ma:contentTypeVersion="11" ma:contentTypeDescription="新しいドキュメントを作成します。" ma:contentTypeScope="" ma:versionID="bb6f475b883ea345249385b33852bf28">
  <xsd:schema xmlns:xsd="http://www.w3.org/2001/XMLSchema" xmlns:xs="http://www.w3.org/2001/XMLSchema" xmlns:p="http://schemas.microsoft.com/office/2006/metadata/properties" xmlns:ns2="4527aad2-e611-49ae-a5c7-6d0ccd58d820" xmlns:ns3="1b4c3725-719b-4e8d-82e8-0d200be83dbb" targetNamespace="http://schemas.microsoft.com/office/2006/metadata/properties" ma:root="true" ma:fieldsID="2818f5afb90b51ddfb551f61721390d4" ns2:_="" ns3:_="">
    <xsd:import namespace="4527aad2-e611-49ae-a5c7-6d0ccd58d820"/>
    <xsd:import namespace="1b4c3725-719b-4e8d-82e8-0d200be83d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7aad2-e611-49ae-a5c7-6d0ccd58d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d226ef54-864e-4146-b0b2-4a30349132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c3725-719b-4e8d-82e8-0d200be83d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6dd12e1-7019-4ff7-80ff-22b7bd7e18ea}" ma:internalName="TaxCatchAll" ma:showField="CatchAllData" ma:web="1b4c3725-719b-4e8d-82e8-0d200be83d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27aad2-e611-49ae-a5c7-6d0ccd58d820">
      <Terms xmlns="http://schemas.microsoft.com/office/infopath/2007/PartnerControls"/>
    </lcf76f155ced4ddcb4097134ff3c332f>
    <TaxCatchAll xmlns="1b4c3725-719b-4e8d-82e8-0d200be83db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279BE8-440E-4D69-A07A-3E6369F178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7aad2-e611-49ae-a5c7-6d0ccd58d820"/>
    <ds:schemaRef ds:uri="1b4c3725-719b-4e8d-82e8-0d200be83d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386B75-5BA4-48D9-A536-73A44E129D87}">
  <ds:schemaRefs>
    <ds:schemaRef ds:uri="9ef9fa52-c857-4446-8907-eb973c61dace"/>
    <ds:schemaRef ds:uri="http://schemas.microsoft.com/office/2006/metadata/properties"/>
    <ds:schemaRef ds:uri="http://schemas.microsoft.com/office/infopath/2007/PartnerControls"/>
    <ds:schemaRef ds:uri="4527aad2-e611-49ae-a5c7-6d0ccd58d820"/>
    <ds:schemaRef ds:uri="1b4c3725-719b-4e8d-82e8-0d200be83dbb"/>
  </ds:schemaRefs>
</ds:datastoreItem>
</file>

<file path=customXml/itemProps3.xml><?xml version="1.0" encoding="utf-8"?>
<ds:datastoreItem xmlns:ds="http://schemas.openxmlformats.org/officeDocument/2006/customXml" ds:itemID="{88B7A739-347D-474E-B098-B3C813DF55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4688</TotalTime>
  <Words>2501</Words>
  <Application>Microsoft Office PowerPoint</Application>
  <PresentationFormat>画面に合わせる (4:3)</PresentationFormat>
  <Paragraphs>234</Paragraphs>
  <Slides>11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11</vt:i4>
      </vt:variant>
    </vt:vector>
  </HeadingPairs>
  <TitlesOfParts>
    <vt:vector size="21" baseType="lpstr">
      <vt:lpstr>Meiryo UI</vt:lpstr>
      <vt:lpstr>メイリオ</vt:lpstr>
      <vt:lpstr>游ゴシック</vt:lpstr>
      <vt:lpstr>游ゴシック Light</vt:lpstr>
      <vt:lpstr>Arial</vt:lpstr>
      <vt:lpstr>Arial Narrow</vt:lpstr>
      <vt:lpstr>Calibri</vt:lpstr>
      <vt:lpstr>Wingdings</vt:lpstr>
      <vt:lpstr>Office テーマ</vt:lpstr>
      <vt:lpstr>デザインの設定</vt:lpstr>
      <vt:lpstr>OpenSSHのクライアント認証について 証明書の拡張フィールドについて OpenSSH-portableのbuildについて openssh-attestationについて</vt:lpstr>
      <vt:lpstr>openSSHの自己署名証明書の署名と確認(client側)</vt:lpstr>
      <vt:lpstr>openSSHのclient証明書の登録と認証(server側)</vt:lpstr>
      <vt:lpstr>TPM 2.0使用例：report&amp;quote　</vt:lpstr>
      <vt:lpstr>quote.msg、quote.sig、nonce.binをencodeして、ssh-keygenでcertificateのextensionにqoute_msg.b64、quote_sig.b64、nonce_bin.b64を格納し、sshでserverに送る(client側)</vt:lpstr>
      <vt:lpstr>certificateの確認</vt:lpstr>
      <vt:lpstr>openssh-protableのbuild方法について</vt:lpstr>
      <vt:lpstr>Openssh-buildでbuildしたsshdを起動接続できるか確かめてみる</vt:lpstr>
      <vt:lpstr>openssh-buildでbuildしたsshdをsystemdで管理する</vt:lpstr>
      <vt:lpstr>今後やるべきこと</vt:lpstr>
      <vt:lpstr>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Androidアプリ開発と計測</dc:title>
  <dc:creator>saruta</dc:creator>
  <cp:lastModifiedBy>佐々木　俊輔</cp:lastModifiedBy>
  <cp:revision>12</cp:revision>
  <cp:lastPrinted>2021-06-10T03:02:44Z</cp:lastPrinted>
  <dcterms:created xsi:type="dcterms:W3CDTF">2014-07-16T06:42:05Z</dcterms:created>
  <dcterms:modified xsi:type="dcterms:W3CDTF">2026-06-30T07:46:56Z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0x010100F094A7F03E0EEF429305A5CE57F648A1</vt:lpwstr>
  </property>
  <property fmtid="{D5CDD505-2E9C-101B-9397-08002B2CF9AE}" pid="3" name="MediaServiceImageTags">
    <vt:lpwstr/>
  </property>
</Properties>
</file>